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21945600" cx="32918400"/>
  <p:notesSz cx="6858000" cy="9144000"/>
  <p:embeddedFontLst>
    <p:embeddedFont>
      <p:font typeface="Helvetica Neue Light"/>
      <p:regular r:id="rId6"/>
      <p:bold r:id="rId7"/>
      <p:italic r:id="rId8"/>
      <p:boldItalic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WnyIafBLRs04emDFINGDDq8EI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font" Target="fonts/HelveticaNeueLight-boldItalic.fntdata"/><Relationship Id="rId5" Type="http://schemas.openxmlformats.org/officeDocument/2006/relationships/slide" Target="slides/slide1.xml"/><Relationship Id="rId6" Type="http://schemas.openxmlformats.org/officeDocument/2006/relationships/font" Target="fonts/HelveticaNeueLight-regular.fntdata"/><Relationship Id="rId7" Type="http://schemas.openxmlformats.org/officeDocument/2006/relationships/font" Target="fonts/HelveticaNeueLight-bold.fntdata"/><Relationship Id="rId8" Type="http://schemas.openxmlformats.org/officeDocument/2006/relationships/font" Target="fonts/HelveticaNeue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14425" y="1143000"/>
            <a:ext cx="462915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3455"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14425" y="1143000"/>
            <a:ext cx="462915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2468880" y="3591562"/>
            <a:ext cx="27980640" cy="76403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9200"/>
              <a:buFont typeface="Calibri"/>
              <a:buNone/>
              <a:defRPr sz="19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4114800" y="11526522"/>
            <a:ext cx="24688800" cy="529843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200"/>
              </a:spcBef>
              <a:spcAft>
                <a:spcPts val="0"/>
              </a:spcAft>
              <a:buClr>
                <a:schemeClr val="dk1"/>
              </a:buClr>
              <a:buSzPts val="7680"/>
              <a:buNone/>
              <a:defRPr sz="7680"/>
            </a:lvl1pPr>
            <a:lvl2pPr lvl="1" algn="ctr">
              <a:lnSpc>
                <a:spcPct val="90000"/>
              </a:lnSpc>
              <a:spcBef>
                <a:spcPts val="1600"/>
              </a:spcBef>
              <a:spcAft>
                <a:spcPts val="0"/>
              </a:spcAft>
              <a:buClr>
                <a:schemeClr val="dk1"/>
              </a:buClr>
              <a:buSzPts val="6400"/>
              <a:buNone/>
              <a:defRPr sz="6400"/>
            </a:lvl2pPr>
            <a:lvl3pPr lvl="2" algn="ctr">
              <a:lnSpc>
                <a:spcPct val="90000"/>
              </a:lnSpc>
              <a:spcBef>
                <a:spcPts val="1600"/>
              </a:spcBef>
              <a:spcAft>
                <a:spcPts val="0"/>
              </a:spcAft>
              <a:buClr>
                <a:schemeClr val="dk1"/>
              </a:buClr>
              <a:buSzPts val="5760"/>
              <a:buNone/>
              <a:defRPr sz="5760"/>
            </a:lvl3pPr>
            <a:lvl4pPr lvl="3" algn="ctr">
              <a:lnSpc>
                <a:spcPct val="90000"/>
              </a:lnSpc>
              <a:spcBef>
                <a:spcPts val="1600"/>
              </a:spcBef>
              <a:spcAft>
                <a:spcPts val="0"/>
              </a:spcAft>
              <a:buClr>
                <a:schemeClr val="dk1"/>
              </a:buClr>
              <a:buSzPts val="5120"/>
              <a:buNone/>
              <a:defRPr sz="5120"/>
            </a:lvl4pPr>
            <a:lvl5pPr lvl="4" algn="ctr">
              <a:lnSpc>
                <a:spcPct val="90000"/>
              </a:lnSpc>
              <a:spcBef>
                <a:spcPts val="1600"/>
              </a:spcBef>
              <a:spcAft>
                <a:spcPts val="0"/>
              </a:spcAft>
              <a:buClr>
                <a:schemeClr val="dk1"/>
              </a:buClr>
              <a:buSzPts val="5120"/>
              <a:buNone/>
              <a:defRPr sz="5120"/>
            </a:lvl5pPr>
            <a:lvl6pPr lvl="5" algn="ctr">
              <a:lnSpc>
                <a:spcPct val="90000"/>
              </a:lnSpc>
              <a:spcBef>
                <a:spcPts val="1600"/>
              </a:spcBef>
              <a:spcAft>
                <a:spcPts val="0"/>
              </a:spcAft>
              <a:buClr>
                <a:schemeClr val="dk1"/>
              </a:buClr>
              <a:buSzPts val="5120"/>
              <a:buNone/>
              <a:defRPr sz="5120"/>
            </a:lvl6pPr>
            <a:lvl7pPr lvl="6" algn="ctr">
              <a:lnSpc>
                <a:spcPct val="90000"/>
              </a:lnSpc>
              <a:spcBef>
                <a:spcPts val="1600"/>
              </a:spcBef>
              <a:spcAft>
                <a:spcPts val="0"/>
              </a:spcAft>
              <a:buClr>
                <a:schemeClr val="dk1"/>
              </a:buClr>
              <a:buSzPts val="5120"/>
              <a:buNone/>
              <a:defRPr sz="5120"/>
            </a:lvl7pPr>
            <a:lvl8pPr lvl="7" algn="ctr">
              <a:lnSpc>
                <a:spcPct val="90000"/>
              </a:lnSpc>
              <a:spcBef>
                <a:spcPts val="1600"/>
              </a:spcBef>
              <a:spcAft>
                <a:spcPts val="0"/>
              </a:spcAft>
              <a:buClr>
                <a:schemeClr val="dk1"/>
              </a:buClr>
              <a:buSzPts val="5120"/>
              <a:buNone/>
              <a:defRPr sz="5120"/>
            </a:lvl8pPr>
            <a:lvl9pPr lvl="8" algn="ctr">
              <a:lnSpc>
                <a:spcPct val="90000"/>
              </a:lnSpc>
              <a:spcBef>
                <a:spcPts val="1600"/>
              </a:spcBef>
              <a:spcAft>
                <a:spcPts val="0"/>
              </a:spcAft>
              <a:buClr>
                <a:schemeClr val="dk1"/>
              </a:buClr>
              <a:buSzPts val="5120"/>
              <a:buNone/>
              <a:defRPr sz="5120"/>
            </a:lvl9pPr>
          </a:lstStyle>
          <a:p/>
        </p:txBody>
      </p:sp>
      <p:sp>
        <p:nvSpPr>
          <p:cNvPr id="18" name="Google Shape;18;p3"/>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2263140" y="1168405"/>
            <a:ext cx="28392120" cy="4241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2263140" y="5842000"/>
            <a:ext cx="28392120" cy="139242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2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0"/>
              </a:spcAft>
              <a:buClr>
                <a:schemeClr val="dk1"/>
              </a:buClr>
              <a:buSzPts val="1800"/>
              <a:buChar char="•"/>
              <a:defRPr/>
            </a:lvl9pPr>
          </a:lstStyle>
          <a:p/>
        </p:txBody>
      </p:sp>
      <p:sp>
        <p:nvSpPr>
          <p:cNvPr id="24" name="Google Shape;24;p4"/>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2245997" y="5471167"/>
            <a:ext cx="28392120" cy="912875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9200"/>
              <a:buFont typeface="Calibri"/>
              <a:buNone/>
              <a:defRPr sz="19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2245997" y="14686287"/>
            <a:ext cx="28392120" cy="48005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200"/>
              </a:spcBef>
              <a:spcAft>
                <a:spcPts val="0"/>
              </a:spcAft>
              <a:buClr>
                <a:schemeClr val="dk1"/>
              </a:buClr>
              <a:buSzPts val="7680"/>
              <a:buNone/>
              <a:defRPr sz="7680">
                <a:solidFill>
                  <a:schemeClr val="dk1"/>
                </a:solidFill>
              </a:defRPr>
            </a:lvl1pPr>
            <a:lvl2pPr indent="-228600" lvl="1" marL="914400" algn="l">
              <a:lnSpc>
                <a:spcPct val="90000"/>
              </a:lnSpc>
              <a:spcBef>
                <a:spcPts val="1600"/>
              </a:spcBef>
              <a:spcAft>
                <a:spcPts val="0"/>
              </a:spcAft>
              <a:buClr>
                <a:srgbClr val="888888"/>
              </a:buClr>
              <a:buSzPts val="6400"/>
              <a:buNone/>
              <a:defRPr sz="6400">
                <a:solidFill>
                  <a:srgbClr val="888888"/>
                </a:solidFill>
              </a:defRPr>
            </a:lvl2pPr>
            <a:lvl3pPr indent="-228600" lvl="2" marL="1371600" algn="l">
              <a:lnSpc>
                <a:spcPct val="90000"/>
              </a:lnSpc>
              <a:spcBef>
                <a:spcPts val="1600"/>
              </a:spcBef>
              <a:spcAft>
                <a:spcPts val="0"/>
              </a:spcAft>
              <a:buClr>
                <a:srgbClr val="888888"/>
              </a:buClr>
              <a:buSzPts val="5760"/>
              <a:buNone/>
              <a:defRPr sz="5760">
                <a:solidFill>
                  <a:srgbClr val="888888"/>
                </a:solidFill>
              </a:defRPr>
            </a:lvl3pPr>
            <a:lvl4pPr indent="-228600" lvl="3" marL="1828800" algn="l">
              <a:lnSpc>
                <a:spcPct val="90000"/>
              </a:lnSpc>
              <a:spcBef>
                <a:spcPts val="1600"/>
              </a:spcBef>
              <a:spcAft>
                <a:spcPts val="0"/>
              </a:spcAft>
              <a:buClr>
                <a:srgbClr val="888888"/>
              </a:buClr>
              <a:buSzPts val="5120"/>
              <a:buNone/>
              <a:defRPr sz="5120">
                <a:solidFill>
                  <a:srgbClr val="888888"/>
                </a:solidFill>
              </a:defRPr>
            </a:lvl4pPr>
            <a:lvl5pPr indent="-228600" lvl="4" marL="2286000" algn="l">
              <a:lnSpc>
                <a:spcPct val="90000"/>
              </a:lnSpc>
              <a:spcBef>
                <a:spcPts val="1600"/>
              </a:spcBef>
              <a:spcAft>
                <a:spcPts val="0"/>
              </a:spcAft>
              <a:buClr>
                <a:srgbClr val="888888"/>
              </a:buClr>
              <a:buSzPts val="5120"/>
              <a:buNone/>
              <a:defRPr sz="5120">
                <a:solidFill>
                  <a:srgbClr val="888888"/>
                </a:solidFill>
              </a:defRPr>
            </a:lvl5pPr>
            <a:lvl6pPr indent="-228600" lvl="5" marL="2743200" algn="l">
              <a:lnSpc>
                <a:spcPct val="90000"/>
              </a:lnSpc>
              <a:spcBef>
                <a:spcPts val="1600"/>
              </a:spcBef>
              <a:spcAft>
                <a:spcPts val="0"/>
              </a:spcAft>
              <a:buClr>
                <a:srgbClr val="888888"/>
              </a:buClr>
              <a:buSzPts val="5120"/>
              <a:buNone/>
              <a:defRPr sz="5120">
                <a:solidFill>
                  <a:srgbClr val="888888"/>
                </a:solidFill>
              </a:defRPr>
            </a:lvl6pPr>
            <a:lvl7pPr indent="-228600" lvl="6" marL="3200400" algn="l">
              <a:lnSpc>
                <a:spcPct val="90000"/>
              </a:lnSpc>
              <a:spcBef>
                <a:spcPts val="1600"/>
              </a:spcBef>
              <a:spcAft>
                <a:spcPts val="0"/>
              </a:spcAft>
              <a:buClr>
                <a:srgbClr val="888888"/>
              </a:buClr>
              <a:buSzPts val="5120"/>
              <a:buNone/>
              <a:defRPr sz="5120">
                <a:solidFill>
                  <a:srgbClr val="888888"/>
                </a:solidFill>
              </a:defRPr>
            </a:lvl7pPr>
            <a:lvl8pPr indent="-228600" lvl="7" marL="3657600" algn="l">
              <a:lnSpc>
                <a:spcPct val="90000"/>
              </a:lnSpc>
              <a:spcBef>
                <a:spcPts val="1600"/>
              </a:spcBef>
              <a:spcAft>
                <a:spcPts val="0"/>
              </a:spcAft>
              <a:buClr>
                <a:srgbClr val="888888"/>
              </a:buClr>
              <a:buSzPts val="5120"/>
              <a:buNone/>
              <a:defRPr sz="5120">
                <a:solidFill>
                  <a:srgbClr val="888888"/>
                </a:solidFill>
              </a:defRPr>
            </a:lvl8pPr>
            <a:lvl9pPr indent="-228600" lvl="8" marL="4114800" algn="l">
              <a:lnSpc>
                <a:spcPct val="90000"/>
              </a:lnSpc>
              <a:spcBef>
                <a:spcPts val="1600"/>
              </a:spcBef>
              <a:spcAft>
                <a:spcPts val="0"/>
              </a:spcAft>
              <a:buClr>
                <a:srgbClr val="888888"/>
              </a:buClr>
              <a:buSzPts val="5120"/>
              <a:buNone/>
              <a:defRPr sz="5120">
                <a:solidFill>
                  <a:srgbClr val="888888"/>
                </a:solidFill>
              </a:defRPr>
            </a:lvl9pPr>
          </a:lstStyle>
          <a:p/>
        </p:txBody>
      </p:sp>
      <p:sp>
        <p:nvSpPr>
          <p:cNvPr id="30" name="Google Shape;30;p5"/>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2263140" y="1168405"/>
            <a:ext cx="28392120" cy="4241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2263140" y="5842000"/>
            <a:ext cx="13990320" cy="139242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2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0"/>
              </a:spcAft>
              <a:buClr>
                <a:schemeClr val="dk1"/>
              </a:buClr>
              <a:buSzPts val="1800"/>
              <a:buChar char="•"/>
              <a:defRPr/>
            </a:lvl9pPr>
          </a:lstStyle>
          <a:p/>
        </p:txBody>
      </p:sp>
      <p:sp>
        <p:nvSpPr>
          <p:cNvPr id="36" name="Google Shape;36;p6"/>
          <p:cNvSpPr txBox="1"/>
          <p:nvPr>
            <p:ph idx="2" type="body"/>
          </p:nvPr>
        </p:nvSpPr>
        <p:spPr>
          <a:xfrm>
            <a:off x="16664940" y="5842000"/>
            <a:ext cx="13990320" cy="139242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2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0"/>
              </a:spcAft>
              <a:buClr>
                <a:schemeClr val="dk1"/>
              </a:buClr>
              <a:buSzPts val="1800"/>
              <a:buChar char="•"/>
              <a:defRPr/>
            </a:lvl9pPr>
          </a:lstStyle>
          <a:p/>
        </p:txBody>
      </p:sp>
      <p:sp>
        <p:nvSpPr>
          <p:cNvPr id="37" name="Google Shape;37;p6"/>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2267428" y="1168405"/>
            <a:ext cx="28392120" cy="4241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2267431" y="5379722"/>
            <a:ext cx="13926024" cy="263651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200"/>
              </a:spcBef>
              <a:spcAft>
                <a:spcPts val="0"/>
              </a:spcAft>
              <a:buClr>
                <a:schemeClr val="dk1"/>
              </a:buClr>
              <a:buSzPts val="7680"/>
              <a:buNone/>
              <a:defRPr b="1" sz="7680"/>
            </a:lvl1pPr>
            <a:lvl2pPr indent="-228600" lvl="1" marL="914400" algn="l">
              <a:lnSpc>
                <a:spcPct val="90000"/>
              </a:lnSpc>
              <a:spcBef>
                <a:spcPts val="1600"/>
              </a:spcBef>
              <a:spcAft>
                <a:spcPts val="0"/>
              </a:spcAft>
              <a:buClr>
                <a:schemeClr val="dk1"/>
              </a:buClr>
              <a:buSzPts val="6400"/>
              <a:buNone/>
              <a:defRPr b="1" sz="6400"/>
            </a:lvl2pPr>
            <a:lvl3pPr indent="-228600" lvl="2" marL="1371600" algn="l">
              <a:lnSpc>
                <a:spcPct val="90000"/>
              </a:lnSpc>
              <a:spcBef>
                <a:spcPts val="1600"/>
              </a:spcBef>
              <a:spcAft>
                <a:spcPts val="0"/>
              </a:spcAft>
              <a:buClr>
                <a:schemeClr val="dk1"/>
              </a:buClr>
              <a:buSzPts val="5760"/>
              <a:buNone/>
              <a:defRPr b="1" sz="5760"/>
            </a:lvl3pPr>
            <a:lvl4pPr indent="-228600" lvl="3" marL="1828800" algn="l">
              <a:lnSpc>
                <a:spcPct val="90000"/>
              </a:lnSpc>
              <a:spcBef>
                <a:spcPts val="1600"/>
              </a:spcBef>
              <a:spcAft>
                <a:spcPts val="0"/>
              </a:spcAft>
              <a:buClr>
                <a:schemeClr val="dk1"/>
              </a:buClr>
              <a:buSzPts val="5120"/>
              <a:buNone/>
              <a:defRPr b="1" sz="5120"/>
            </a:lvl4pPr>
            <a:lvl5pPr indent="-228600" lvl="4" marL="2286000" algn="l">
              <a:lnSpc>
                <a:spcPct val="90000"/>
              </a:lnSpc>
              <a:spcBef>
                <a:spcPts val="1600"/>
              </a:spcBef>
              <a:spcAft>
                <a:spcPts val="0"/>
              </a:spcAft>
              <a:buClr>
                <a:schemeClr val="dk1"/>
              </a:buClr>
              <a:buSzPts val="5120"/>
              <a:buNone/>
              <a:defRPr b="1" sz="5120"/>
            </a:lvl5pPr>
            <a:lvl6pPr indent="-228600" lvl="5" marL="2743200" algn="l">
              <a:lnSpc>
                <a:spcPct val="90000"/>
              </a:lnSpc>
              <a:spcBef>
                <a:spcPts val="1600"/>
              </a:spcBef>
              <a:spcAft>
                <a:spcPts val="0"/>
              </a:spcAft>
              <a:buClr>
                <a:schemeClr val="dk1"/>
              </a:buClr>
              <a:buSzPts val="5120"/>
              <a:buNone/>
              <a:defRPr b="1" sz="5120"/>
            </a:lvl6pPr>
            <a:lvl7pPr indent="-228600" lvl="6" marL="3200400" algn="l">
              <a:lnSpc>
                <a:spcPct val="90000"/>
              </a:lnSpc>
              <a:spcBef>
                <a:spcPts val="1600"/>
              </a:spcBef>
              <a:spcAft>
                <a:spcPts val="0"/>
              </a:spcAft>
              <a:buClr>
                <a:schemeClr val="dk1"/>
              </a:buClr>
              <a:buSzPts val="5120"/>
              <a:buNone/>
              <a:defRPr b="1" sz="5120"/>
            </a:lvl7pPr>
            <a:lvl8pPr indent="-228600" lvl="7" marL="3657600" algn="l">
              <a:lnSpc>
                <a:spcPct val="90000"/>
              </a:lnSpc>
              <a:spcBef>
                <a:spcPts val="1600"/>
              </a:spcBef>
              <a:spcAft>
                <a:spcPts val="0"/>
              </a:spcAft>
              <a:buClr>
                <a:schemeClr val="dk1"/>
              </a:buClr>
              <a:buSzPts val="5120"/>
              <a:buNone/>
              <a:defRPr b="1" sz="5120"/>
            </a:lvl8pPr>
            <a:lvl9pPr indent="-228600" lvl="8" marL="4114800" algn="l">
              <a:lnSpc>
                <a:spcPct val="90000"/>
              </a:lnSpc>
              <a:spcBef>
                <a:spcPts val="1600"/>
              </a:spcBef>
              <a:spcAft>
                <a:spcPts val="0"/>
              </a:spcAft>
              <a:buClr>
                <a:schemeClr val="dk1"/>
              </a:buClr>
              <a:buSzPts val="5120"/>
              <a:buNone/>
              <a:defRPr b="1" sz="5120"/>
            </a:lvl9pPr>
          </a:lstStyle>
          <a:p/>
        </p:txBody>
      </p:sp>
      <p:sp>
        <p:nvSpPr>
          <p:cNvPr id="43" name="Google Shape;43;p7"/>
          <p:cNvSpPr txBox="1"/>
          <p:nvPr>
            <p:ph idx="2" type="body"/>
          </p:nvPr>
        </p:nvSpPr>
        <p:spPr>
          <a:xfrm>
            <a:off x="2267431" y="8016240"/>
            <a:ext cx="13926024" cy="11790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2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0"/>
              </a:spcAft>
              <a:buClr>
                <a:schemeClr val="dk1"/>
              </a:buClr>
              <a:buSzPts val="1800"/>
              <a:buChar char="•"/>
              <a:defRPr/>
            </a:lvl9pPr>
          </a:lstStyle>
          <a:p/>
        </p:txBody>
      </p:sp>
      <p:sp>
        <p:nvSpPr>
          <p:cNvPr id="44" name="Google Shape;44;p7"/>
          <p:cNvSpPr txBox="1"/>
          <p:nvPr>
            <p:ph idx="3" type="body"/>
          </p:nvPr>
        </p:nvSpPr>
        <p:spPr>
          <a:xfrm>
            <a:off x="16664942" y="5379722"/>
            <a:ext cx="13994608" cy="263651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200"/>
              </a:spcBef>
              <a:spcAft>
                <a:spcPts val="0"/>
              </a:spcAft>
              <a:buClr>
                <a:schemeClr val="dk1"/>
              </a:buClr>
              <a:buSzPts val="7680"/>
              <a:buNone/>
              <a:defRPr b="1" sz="7680"/>
            </a:lvl1pPr>
            <a:lvl2pPr indent="-228600" lvl="1" marL="914400" algn="l">
              <a:lnSpc>
                <a:spcPct val="90000"/>
              </a:lnSpc>
              <a:spcBef>
                <a:spcPts val="1600"/>
              </a:spcBef>
              <a:spcAft>
                <a:spcPts val="0"/>
              </a:spcAft>
              <a:buClr>
                <a:schemeClr val="dk1"/>
              </a:buClr>
              <a:buSzPts val="6400"/>
              <a:buNone/>
              <a:defRPr b="1" sz="6400"/>
            </a:lvl2pPr>
            <a:lvl3pPr indent="-228600" lvl="2" marL="1371600" algn="l">
              <a:lnSpc>
                <a:spcPct val="90000"/>
              </a:lnSpc>
              <a:spcBef>
                <a:spcPts val="1600"/>
              </a:spcBef>
              <a:spcAft>
                <a:spcPts val="0"/>
              </a:spcAft>
              <a:buClr>
                <a:schemeClr val="dk1"/>
              </a:buClr>
              <a:buSzPts val="5760"/>
              <a:buNone/>
              <a:defRPr b="1" sz="5760"/>
            </a:lvl3pPr>
            <a:lvl4pPr indent="-228600" lvl="3" marL="1828800" algn="l">
              <a:lnSpc>
                <a:spcPct val="90000"/>
              </a:lnSpc>
              <a:spcBef>
                <a:spcPts val="1600"/>
              </a:spcBef>
              <a:spcAft>
                <a:spcPts val="0"/>
              </a:spcAft>
              <a:buClr>
                <a:schemeClr val="dk1"/>
              </a:buClr>
              <a:buSzPts val="5120"/>
              <a:buNone/>
              <a:defRPr b="1" sz="5120"/>
            </a:lvl4pPr>
            <a:lvl5pPr indent="-228600" lvl="4" marL="2286000" algn="l">
              <a:lnSpc>
                <a:spcPct val="90000"/>
              </a:lnSpc>
              <a:spcBef>
                <a:spcPts val="1600"/>
              </a:spcBef>
              <a:spcAft>
                <a:spcPts val="0"/>
              </a:spcAft>
              <a:buClr>
                <a:schemeClr val="dk1"/>
              </a:buClr>
              <a:buSzPts val="5120"/>
              <a:buNone/>
              <a:defRPr b="1" sz="5120"/>
            </a:lvl5pPr>
            <a:lvl6pPr indent="-228600" lvl="5" marL="2743200" algn="l">
              <a:lnSpc>
                <a:spcPct val="90000"/>
              </a:lnSpc>
              <a:spcBef>
                <a:spcPts val="1600"/>
              </a:spcBef>
              <a:spcAft>
                <a:spcPts val="0"/>
              </a:spcAft>
              <a:buClr>
                <a:schemeClr val="dk1"/>
              </a:buClr>
              <a:buSzPts val="5120"/>
              <a:buNone/>
              <a:defRPr b="1" sz="5120"/>
            </a:lvl6pPr>
            <a:lvl7pPr indent="-228600" lvl="6" marL="3200400" algn="l">
              <a:lnSpc>
                <a:spcPct val="90000"/>
              </a:lnSpc>
              <a:spcBef>
                <a:spcPts val="1600"/>
              </a:spcBef>
              <a:spcAft>
                <a:spcPts val="0"/>
              </a:spcAft>
              <a:buClr>
                <a:schemeClr val="dk1"/>
              </a:buClr>
              <a:buSzPts val="5120"/>
              <a:buNone/>
              <a:defRPr b="1" sz="5120"/>
            </a:lvl7pPr>
            <a:lvl8pPr indent="-228600" lvl="7" marL="3657600" algn="l">
              <a:lnSpc>
                <a:spcPct val="90000"/>
              </a:lnSpc>
              <a:spcBef>
                <a:spcPts val="1600"/>
              </a:spcBef>
              <a:spcAft>
                <a:spcPts val="0"/>
              </a:spcAft>
              <a:buClr>
                <a:schemeClr val="dk1"/>
              </a:buClr>
              <a:buSzPts val="5120"/>
              <a:buNone/>
              <a:defRPr b="1" sz="5120"/>
            </a:lvl8pPr>
            <a:lvl9pPr indent="-228600" lvl="8" marL="4114800" algn="l">
              <a:lnSpc>
                <a:spcPct val="90000"/>
              </a:lnSpc>
              <a:spcBef>
                <a:spcPts val="1600"/>
              </a:spcBef>
              <a:spcAft>
                <a:spcPts val="0"/>
              </a:spcAft>
              <a:buClr>
                <a:schemeClr val="dk1"/>
              </a:buClr>
              <a:buSzPts val="5120"/>
              <a:buNone/>
              <a:defRPr b="1" sz="5120"/>
            </a:lvl9pPr>
          </a:lstStyle>
          <a:p/>
        </p:txBody>
      </p:sp>
      <p:sp>
        <p:nvSpPr>
          <p:cNvPr id="45" name="Google Shape;45;p7"/>
          <p:cNvSpPr txBox="1"/>
          <p:nvPr>
            <p:ph idx="4" type="body"/>
          </p:nvPr>
        </p:nvSpPr>
        <p:spPr>
          <a:xfrm>
            <a:off x="16664942" y="8016240"/>
            <a:ext cx="13994608" cy="11790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2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0"/>
              </a:spcAft>
              <a:buClr>
                <a:schemeClr val="dk1"/>
              </a:buClr>
              <a:buSzPts val="1800"/>
              <a:buChar char="•"/>
              <a:defRPr/>
            </a:lvl9pPr>
          </a:lstStyle>
          <a:p/>
        </p:txBody>
      </p:sp>
      <p:sp>
        <p:nvSpPr>
          <p:cNvPr id="46" name="Google Shape;46;p7"/>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2263140" y="1168405"/>
            <a:ext cx="28392120" cy="4241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2267428" y="1463040"/>
            <a:ext cx="10617041" cy="51206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0240"/>
              <a:buFont typeface="Calibri"/>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13994608" y="3159765"/>
            <a:ext cx="16664940" cy="15595600"/>
          </a:xfrm>
          <a:prstGeom prst="rect">
            <a:avLst/>
          </a:prstGeom>
          <a:noFill/>
          <a:ln>
            <a:noFill/>
          </a:ln>
        </p:spPr>
        <p:txBody>
          <a:bodyPr anchorCtr="0" anchor="t" bIns="45700" lIns="91425" spcFirstLastPara="1" rIns="91425" wrap="square" tIns="45700">
            <a:normAutofit/>
          </a:bodyPr>
          <a:lstStyle>
            <a:lvl1pPr indent="-878839" lvl="0" marL="457200" algn="l">
              <a:lnSpc>
                <a:spcPct val="90000"/>
              </a:lnSpc>
              <a:spcBef>
                <a:spcPts val="3200"/>
              </a:spcBef>
              <a:spcAft>
                <a:spcPts val="0"/>
              </a:spcAft>
              <a:buClr>
                <a:schemeClr val="dk1"/>
              </a:buClr>
              <a:buSzPts val="10240"/>
              <a:buChar char="•"/>
              <a:defRPr sz="10240"/>
            </a:lvl1pPr>
            <a:lvl2pPr indent="-797560" lvl="1" marL="914400" algn="l">
              <a:lnSpc>
                <a:spcPct val="90000"/>
              </a:lnSpc>
              <a:spcBef>
                <a:spcPts val="1600"/>
              </a:spcBef>
              <a:spcAft>
                <a:spcPts val="0"/>
              </a:spcAft>
              <a:buClr>
                <a:schemeClr val="dk1"/>
              </a:buClr>
              <a:buSzPts val="8960"/>
              <a:buChar char="•"/>
              <a:defRPr sz="8960"/>
            </a:lvl2pPr>
            <a:lvl3pPr indent="-716280" lvl="2" marL="1371600" algn="l">
              <a:lnSpc>
                <a:spcPct val="90000"/>
              </a:lnSpc>
              <a:spcBef>
                <a:spcPts val="1600"/>
              </a:spcBef>
              <a:spcAft>
                <a:spcPts val="0"/>
              </a:spcAft>
              <a:buClr>
                <a:schemeClr val="dk1"/>
              </a:buClr>
              <a:buSzPts val="7680"/>
              <a:buChar char="•"/>
              <a:defRPr sz="7680"/>
            </a:lvl3pPr>
            <a:lvl4pPr indent="-635000" lvl="3" marL="1828800" algn="l">
              <a:lnSpc>
                <a:spcPct val="90000"/>
              </a:lnSpc>
              <a:spcBef>
                <a:spcPts val="1600"/>
              </a:spcBef>
              <a:spcAft>
                <a:spcPts val="0"/>
              </a:spcAft>
              <a:buClr>
                <a:schemeClr val="dk1"/>
              </a:buClr>
              <a:buSzPts val="6400"/>
              <a:buChar char="•"/>
              <a:defRPr sz="6400"/>
            </a:lvl4pPr>
            <a:lvl5pPr indent="-635000" lvl="4" marL="2286000" algn="l">
              <a:lnSpc>
                <a:spcPct val="90000"/>
              </a:lnSpc>
              <a:spcBef>
                <a:spcPts val="1600"/>
              </a:spcBef>
              <a:spcAft>
                <a:spcPts val="0"/>
              </a:spcAft>
              <a:buClr>
                <a:schemeClr val="dk1"/>
              </a:buClr>
              <a:buSzPts val="6400"/>
              <a:buChar char="•"/>
              <a:defRPr sz="6400"/>
            </a:lvl5pPr>
            <a:lvl6pPr indent="-635000" lvl="5" marL="2743200" algn="l">
              <a:lnSpc>
                <a:spcPct val="90000"/>
              </a:lnSpc>
              <a:spcBef>
                <a:spcPts val="1600"/>
              </a:spcBef>
              <a:spcAft>
                <a:spcPts val="0"/>
              </a:spcAft>
              <a:buClr>
                <a:schemeClr val="dk1"/>
              </a:buClr>
              <a:buSzPts val="6400"/>
              <a:buChar char="•"/>
              <a:defRPr sz="6400"/>
            </a:lvl6pPr>
            <a:lvl7pPr indent="-635000" lvl="6" marL="3200400" algn="l">
              <a:lnSpc>
                <a:spcPct val="90000"/>
              </a:lnSpc>
              <a:spcBef>
                <a:spcPts val="1600"/>
              </a:spcBef>
              <a:spcAft>
                <a:spcPts val="0"/>
              </a:spcAft>
              <a:buClr>
                <a:schemeClr val="dk1"/>
              </a:buClr>
              <a:buSzPts val="6400"/>
              <a:buChar char="•"/>
              <a:defRPr sz="6400"/>
            </a:lvl7pPr>
            <a:lvl8pPr indent="-635000" lvl="7" marL="3657600" algn="l">
              <a:lnSpc>
                <a:spcPct val="90000"/>
              </a:lnSpc>
              <a:spcBef>
                <a:spcPts val="1600"/>
              </a:spcBef>
              <a:spcAft>
                <a:spcPts val="0"/>
              </a:spcAft>
              <a:buClr>
                <a:schemeClr val="dk1"/>
              </a:buClr>
              <a:buSzPts val="6400"/>
              <a:buChar char="•"/>
              <a:defRPr sz="6400"/>
            </a:lvl8pPr>
            <a:lvl9pPr indent="-635000" lvl="8" marL="4114800" algn="l">
              <a:lnSpc>
                <a:spcPct val="90000"/>
              </a:lnSpc>
              <a:spcBef>
                <a:spcPts val="1600"/>
              </a:spcBef>
              <a:spcAft>
                <a:spcPts val="0"/>
              </a:spcAft>
              <a:buClr>
                <a:schemeClr val="dk1"/>
              </a:buClr>
              <a:buSzPts val="6400"/>
              <a:buChar char="•"/>
              <a:defRPr sz="6400"/>
            </a:lvl9pPr>
          </a:lstStyle>
          <a:p/>
        </p:txBody>
      </p:sp>
      <p:sp>
        <p:nvSpPr>
          <p:cNvPr id="61" name="Google Shape;61;p10"/>
          <p:cNvSpPr txBox="1"/>
          <p:nvPr>
            <p:ph idx="2" type="body"/>
          </p:nvPr>
        </p:nvSpPr>
        <p:spPr>
          <a:xfrm>
            <a:off x="2267428" y="6583680"/>
            <a:ext cx="10617041" cy="121970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200"/>
              </a:spcBef>
              <a:spcAft>
                <a:spcPts val="0"/>
              </a:spcAft>
              <a:buClr>
                <a:schemeClr val="dk1"/>
              </a:buClr>
              <a:buSzPts val="5120"/>
              <a:buNone/>
              <a:defRPr sz="5120"/>
            </a:lvl1pPr>
            <a:lvl2pPr indent="-228600" lvl="1" marL="914400" algn="l">
              <a:lnSpc>
                <a:spcPct val="90000"/>
              </a:lnSpc>
              <a:spcBef>
                <a:spcPts val="1600"/>
              </a:spcBef>
              <a:spcAft>
                <a:spcPts val="0"/>
              </a:spcAft>
              <a:buClr>
                <a:schemeClr val="dk1"/>
              </a:buClr>
              <a:buSzPts val="4480"/>
              <a:buNone/>
              <a:defRPr sz="4480"/>
            </a:lvl2pPr>
            <a:lvl3pPr indent="-228600" lvl="2" marL="1371600" algn="l">
              <a:lnSpc>
                <a:spcPct val="90000"/>
              </a:lnSpc>
              <a:spcBef>
                <a:spcPts val="1600"/>
              </a:spcBef>
              <a:spcAft>
                <a:spcPts val="0"/>
              </a:spcAft>
              <a:buClr>
                <a:schemeClr val="dk1"/>
              </a:buClr>
              <a:buSzPts val="3840"/>
              <a:buNone/>
              <a:defRPr sz="3840"/>
            </a:lvl3pPr>
            <a:lvl4pPr indent="-228600" lvl="3" marL="1828800" algn="l">
              <a:lnSpc>
                <a:spcPct val="90000"/>
              </a:lnSpc>
              <a:spcBef>
                <a:spcPts val="1600"/>
              </a:spcBef>
              <a:spcAft>
                <a:spcPts val="0"/>
              </a:spcAft>
              <a:buClr>
                <a:schemeClr val="dk1"/>
              </a:buClr>
              <a:buSzPts val="3200"/>
              <a:buNone/>
              <a:defRPr sz="3200"/>
            </a:lvl4pPr>
            <a:lvl5pPr indent="-228600" lvl="4" marL="2286000" algn="l">
              <a:lnSpc>
                <a:spcPct val="90000"/>
              </a:lnSpc>
              <a:spcBef>
                <a:spcPts val="1600"/>
              </a:spcBef>
              <a:spcAft>
                <a:spcPts val="0"/>
              </a:spcAft>
              <a:buClr>
                <a:schemeClr val="dk1"/>
              </a:buClr>
              <a:buSzPts val="3200"/>
              <a:buNone/>
              <a:defRPr sz="3200"/>
            </a:lvl5pPr>
            <a:lvl6pPr indent="-228600" lvl="5" marL="2743200" algn="l">
              <a:lnSpc>
                <a:spcPct val="90000"/>
              </a:lnSpc>
              <a:spcBef>
                <a:spcPts val="1600"/>
              </a:spcBef>
              <a:spcAft>
                <a:spcPts val="0"/>
              </a:spcAft>
              <a:buClr>
                <a:schemeClr val="dk1"/>
              </a:buClr>
              <a:buSzPts val="3200"/>
              <a:buNone/>
              <a:defRPr sz="3200"/>
            </a:lvl6pPr>
            <a:lvl7pPr indent="-228600" lvl="6" marL="3200400" algn="l">
              <a:lnSpc>
                <a:spcPct val="90000"/>
              </a:lnSpc>
              <a:spcBef>
                <a:spcPts val="1600"/>
              </a:spcBef>
              <a:spcAft>
                <a:spcPts val="0"/>
              </a:spcAft>
              <a:buClr>
                <a:schemeClr val="dk1"/>
              </a:buClr>
              <a:buSzPts val="3200"/>
              <a:buNone/>
              <a:defRPr sz="3200"/>
            </a:lvl7pPr>
            <a:lvl8pPr indent="-228600" lvl="7" marL="3657600" algn="l">
              <a:lnSpc>
                <a:spcPct val="90000"/>
              </a:lnSpc>
              <a:spcBef>
                <a:spcPts val="1600"/>
              </a:spcBef>
              <a:spcAft>
                <a:spcPts val="0"/>
              </a:spcAft>
              <a:buClr>
                <a:schemeClr val="dk1"/>
              </a:buClr>
              <a:buSzPts val="3200"/>
              <a:buNone/>
              <a:defRPr sz="3200"/>
            </a:lvl8pPr>
            <a:lvl9pPr indent="-228600" lvl="8" marL="4114800" algn="l">
              <a:lnSpc>
                <a:spcPct val="90000"/>
              </a:lnSpc>
              <a:spcBef>
                <a:spcPts val="1600"/>
              </a:spcBef>
              <a:spcAft>
                <a:spcPts val="0"/>
              </a:spcAft>
              <a:buClr>
                <a:schemeClr val="dk1"/>
              </a:buClr>
              <a:buSzPts val="3200"/>
              <a:buNone/>
              <a:defRPr sz="3200"/>
            </a:lvl9pPr>
          </a:lstStyle>
          <a:p/>
        </p:txBody>
      </p:sp>
      <p:sp>
        <p:nvSpPr>
          <p:cNvPr id="62" name="Google Shape;62;p10"/>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2267428" y="1463040"/>
            <a:ext cx="10617041" cy="51206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0240"/>
              <a:buFont typeface="Calibri"/>
              <a:buNone/>
              <a:defRPr sz="10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13994608" y="3159765"/>
            <a:ext cx="16664940" cy="15595600"/>
          </a:xfrm>
          <a:prstGeom prst="rect">
            <a:avLst/>
          </a:prstGeom>
          <a:noFill/>
          <a:ln>
            <a:noFill/>
          </a:ln>
        </p:spPr>
      </p:sp>
      <p:sp>
        <p:nvSpPr>
          <p:cNvPr id="68" name="Google Shape;68;p11"/>
          <p:cNvSpPr txBox="1"/>
          <p:nvPr>
            <p:ph idx="1" type="body"/>
          </p:nvPr>
        </p:nvSpPr>
        <p:spPr>
          <a:xfrm>
            <a:off x="2267428" y="6583680"/>
            <a:ext cx="10617041" cy="121970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200"/>
              </a:spcBef>
              <a:spcAft>
                <a:spcPts val="0"/>
              </a:spcAft>
              <a:buClr>
                <a:schemeClr val="dk1"/>
              </a:buClr>
              <a:buSzPts val="5120"/>
              <a:buNone/>
              <a:defRPr sz="5120"/>
            </a:lvl1pPr>
            <a:lvl2pPr indent="-228600" lvl="1" marL="914400" algn="l">
              <a:lnSpc>
                <a:spcPct val="90000"/>
              </a:lnSpc>
              <a:spcBef>
                <a:spcPts val="1600"/>
              </a:spcBef>
              <a:spcAft>
                <a:spcPts val="0"/>
              </a:spcAft>
              <a:buClr>
                <a:schemeClr val="dk1"/>
              </a:buClr>
              <a:buSzPts val="4480"/>
              <a:buNone/>
              <a:defRPr sz="4480"/>
            </a:lvl2pPr>
            <a:lvl3pPr indent="-228600" lvl="2" marL="1371600" algn="l">
              <a:lnSpc>
                <a:spcPct val="90000"/>
              </a:lnSpc>
              <a:spcBef>
                <a:spcPts val="1600"/>
              </a:spcBef>
              <a:spcAft>
                <a:spcPts val="0"/>
              </a:spcAft>
              <a:buClr>
                <a:schemeClr val="dk1"/>
              </a:buClr>
              <a:buSzPts val="3840"/>
              <a:buNone/>
              <a:defRPr sz="3840"/>
            </a:lvl3pPr>
            <a:lvl4pPr indent="-228600" lvl="3" marL="1828800" algn="l">
              <a:lnSpc>
                <a:spcPct val="90000"/>
              </a:lnSpc>
              <a:spcBef>
                <a:spcPts val="1600"/>
              </a:spcBef>
              <a:spcAft>
                <a:spcPts val="0"/>
              </a:spcAft>
              <a:buClr>
                <a:schemeClr val="dk1"/>
              </a:buClr>
              <a:buSzPts val="3200"/>
              <a:buNone/>
              <a:defRPr sz="3200"/>
            </a:lvl4pPr>
            <a:lvl5pPr indent="-228600" lvl="4" marL="2286000" algn="l">
              <a:lnSpc>
                <a:spcPct val="90000"/>
              </a:lnSpc>
              <a:spcBef>
                <a:spcPts val="1600"/>
              </a:spcBef>
              <a:spcAft>
                <a:spcPts val="0"/>
              </a:spcAft>
              <a:buClr>
                <a:schemeClr val="dk1"/>
              </a:buClr>
              <a:buSzPts val="3200"/>
              <a:buNone/>
              <a:defRPr sz="3200"/>
            </a:lvl5pPr>
            <a:lvl6pPr indent="-228600" lvl="5" marL="2743200" algn="l">
              <a:lnSpc>
                <a:spcPct val="90000"/>
              </a:lnSpc>
              <a:spcBef>
                <a:spcPts val="1600"/>
              </a:spcBef>
              <a:spcAft>
                <a:spcPts val="0"/>
              </a:spcAft>
              <a:buClr>
                <a:schemeClr val="dk1"/>
              </a:buClr>
              <a:buSzPts val="3200"/>
              <a:buNone/>
              <a:defRPr sz="3200"/>
            </a:lvl6pPr>
            <a:lvl7pPr indent="-228600" lvl="6" marL="3200400" algn="l">
              <a:lnSpc>
                <a:spcPct val="90000"/>
              </a:lnSpc>
              <a:spcBef>
                <a:spcPts val="1600"/>
              </a:spcBef>
              <a:spcAft>
                <a:spcPts val="0"/>
              </a:spcAft>
              <a:buClr>
                <a:schemeClr val="dk1"/>
              </a:buClr>
              <a:buSzPts val="3200"/>
              <a:buNone/>
              <a:defRPr sz="3200"/>
            </a:lvl7pPr>
            <a:lvl8pPr indent="-228600" lvl="7" marL="3657600" algn="l">
              <a:lnSpc>
                <a:spcPct val="90000"/>
              </a:lnSpc>
              <a:spcBef>
                <a:spcPts val="1600"/>
              </a:spcBef>
              <a:spcAft>
                <a:spcPts val="0"/>
              </a:spcAft>
              <a:buClr>
                <a:schemeClr val="dk1"/>
              </a:buClr>
              <a:buSzPts val="3200"/>
              <a:buNone/>
              <a:defRPr sz="3200"/>
            </a:lvl8pPr>
            <a:lvl9pPr indent="-228600" lvl="8" marL="4114800" algn="l">
              <a:lnSpc>
                <a:spcPct val="90000"/>
              </a:lnSpc>
              <a:spcBef>
                <a:spcPts val="1600"/>
              </a:spcBef>
              <a:spcAft>
                <a:spcPts val="0"/>
              </a:spcAft>
              <a:buClr>
                <a:schemeClr val="dk1"/>
              </a:buClr>
              <a:buSzPts val="3200"/>
              <a:buNone/>
              <a:defRPr sz="3200"/>
            </a:lvl9pPr>
          </a:lstStyle>
          <a:p/>
        </p:txBody>
      </p:sp>
      <p:sp>
        <p:nvSpPr>
          <p:cNvPr id="69" name="Google Shape;69;p11"/>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2263140" y="1168405"/>
            <a:ext cx="28392120" cy="4241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9497059" y="-1391919"/>
            <a:ext cx="13924282" cy="283921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2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0"/>
              </a:spcAft>
              <a:buClr>
                <a:schemeClr val="dk1"/>
              </a:buClr>
              <a:buSzPts val="1800"/>
              <a:buChar char="•"/>
              <a:defRPr/>
            </a:lvl9pPr>
          </a:lstStyle>
          <a:p/>
        </p:txBody>
      </p:sp>
      <p:sp>
        <p:nvSpPr>
          <p:cNvPr id="75" name="Google Shape;75;p12"/>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17807306" y="6918326"/>
            <a:ext cx="18597882" cy="709803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3405506" y="26036"/>
            <a:ext cx="18597882" cy="2088261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2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0"/>
              </a:spcAft>
              <a:buClr>
                <a:schemeClr val="dk1"/>
              </a:buClr>
              <a:buSzPts val="1800"/>
              <a:buChar char="•"/>
              <a:defRPr/>
            </a:lvl9pPr>
          </a:lstStyle>
          <a:p/>
        </p:txBody>
      </p:sp>
      <p:sp>
        <p:nvSpPr>
          <p:cNvPr id="81" name="Google Shape;81;p13"/>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2263140" y="1168405"/>
            <a:ext cx="28392120" cy="42418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4080"/>
              <a:buFont typeface="Calibri"/>
              <a:buNone/>
              <a:defRPr b="0" i="0" sz="14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2263140" y="5842000"/>
            <a:ext cx="28392120" cy="13924282"/>
          </a:xfrm>
          <a:prstGeom prst="rect">
            <a:avLst/>
          </a:prstGeom>
          <a:noFill/>
          <a:ln>
            <a:noFill/>
          </a:ln>
        </p:spPr>
        <p:txBody>
          <a:bodyPr anchorCtr="0" anchor="t" bIns="45700" lIns="91425" spcFirstLastPara="1" rIns="91425" wrap="square" tIns="45700">
            <a:norm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59"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2263140" y="20340325"/>
            <a:ext cx="7406640" cy="1168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84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10904220" y="20340325"/>
            <a:ext cx="11109960" cy="1168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84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23248620" y="20340325"/>
            <a:ext cx="7406640" cy="11684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840" u="none" cap="none" strike="noStrike">
                <a:solidFill>
                  <a:srgbClr val="888888"/>
                </a:solidFill>
                <a:latin typeface="Calibri"/>
                <a:ea typeface="Calibri"/>
                <a:cs typeface="Calibri"/>
                <a:sym typeface="Calibri"/>
              </a:defRPr>
            </a:lvl1pPr>
            <a:lvl2pPr indent="0" lvl="1" marL="0" marR="0" rtl="0" algn="r">
              <a:spcBef>
                <a:spcPts val="0"/>
              </a:spcBef>
              <a:buNone/>
              <a:defRPr b="0" i="0" sz="3840" u="none" cap="none" strike="noStrike">
                <a:solidFill>
                  <a:srgbClr val="888888"/>
                </a:solidFill>
                <a:latin typeface="Calibri"/>
                <a:ea typeface="Calibri"/>
                <a:cs typeface="Calibri"/>
                <a:sym typeface="Calibri"/>
              </a:defRPr>
            </a:lvl2pPr>
            <a:lvl3pPr indent="0" lvl="2" marL="0" marR="0" rtl="0" algn="r">
              <a:spcBef>
                <a:spcPts val="0"/>
              </a:spcBef>
              <a:buNone/>
              <a:defRPr b="0" i="0" sz="3840" u="none" cap="none" strike="noStrike">
                <a:solidFill>
                  <a:srgbClr val="888888"/>
                </a:solidFill>
                <a:latin typeface="Calibri"/>
                <a:ea typeface="Calibri"/>
                <a:cs typeface="Calibri"/>
                <a:sym typeface="Calibri"/>
              </a:defRPr>
            </a:lvl3pPr>
            <a:lvl4pPr indent="0" lvl="3" marL="0" marR="0" rtl="0" algn="r">
              <a:spcBef>
                <a:spcPts val="0"/>
              </a:spcBef>
              <a:buNone/>
              <a:defRPr b="0" i="0" sz="3840" u="none" cap="none" strike="noStrike">
                <a:solidFill>
                  <a:srgbClr val="888888"/>
                </a:solidFill>
                <a:latin typeface="Calibri"/>
                <a:ea typeface="Calibri"/>
                <a:cs typeface="Calibri"/>
                <a:sym typeface="Calibri"/>
              </a:defRPr>
            </a:lvl4pPr>
            <a:lvl5pPr indent="0" lvl="4" marL="0" marR="0" rtl="0" algn="r">
              <a:spcBef>
                <a:spcPts val="0"/>
              </a:spcBef>
              <a:buNone/>
              <a:defRPr b="0" i="0" sz="3840" u="none" cap="none" strike="noStrike">
                <a:solidFill>
                  <a:srgbClr val="888888"/>
                </a:solidFill>
                <a:latin typeface="Calibri"/>
                <a:ea typeface="Calibri"/>
                <a:cs typeface="Calibri"/>
                <a:sym typeface="Calibri"/>
              </a:defRPr>
            </a:lvl5pPr>
            <a:lvl6pPr indent="0" lvl="5" marL="0" marR="0" rtl="0" algn="r">
              <a:spcBef>
                <a:spcPts val="0"/>
              </a:spcBef>
              <a:buNone/>
              <a:defRPr b="0" i="0" sz="3840" u="none" cap="none" strike="noStrike">
                <a:solidFill>
                  <a:srgbClr val="888888"/>
                </a:solidFill>
                <a:latin typeface="Calibri"/>
                <a:ea typeface="Calibri"/>
                <a:cs typeface="Calibri"/>
                <a:sym typeface="Calibri"/>
              </a:defRPr>
            </a:lvl6pPr>
            <a:lvl7pPr indent="0" lvl="6" marL="0" marR="0" rtl="0" algn="r">
              <a:spcBef>
                <a:spcPts val="0"/>
              </a:spcBef>
              <a:buNone/>
              <a:defRPr b="0" i="0" sz="3840" u="none" cap="none" strike="noStrike">
                <a:solidFill>
                  <a:srgbClr val="888888"/>
                </a:solidFill>
                <a:latin typeface="Calibri"/>
                <a:ea typeface="Calibri"/>
                <a:cs typeface="Calibri"/>
                <a:sym typeface="Calibri"/>
              </a:defRPr>
            </a:lvl7pPr>
            <a:lvl8pPr indent="0" lvl="7" marL="0" marR="0" rtl="0" algn="r">
              <a:spcBef>
                <a:spcPts val="0"/>
              </a:spcBef>
              <a:buNone/>
              <a:defRPr b="0" i="0" sz="3840" u="none" cap="none" strike="noStrike">
                <a:solidFill>
                  <a:srgbClr val="888888"/>
                </a:solidFill>
                <a:latin typeface="Calibri"/>
                <a:ea typeface="Calibri"/>
                <a:cs typeface="Calibri"/>
                <a:sym typeface="Calibri"/>
              </a:defRPr>
            </a:lvl8pPr>
            <a:lvl9pPr indent="0" lvl="8" marL="0" marR="0" rtl="0" algn="r">
              <a:spcBef>
                <a:spcPts val="0"/>
              </a:spcBef>
              <a:buNone/>
              <a:defRPr b="0" i="0" sz="384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doi.org/10.1007/s10734-023-01148-z" TargetMode="External"/><Relationship Id="rId11" Type="http://schemas.openxmlformats.org/officeDocument/2006/relationships/image" Target="../media/image3.png"/><Relationship Id="rId10"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hyperlink" Target="https://doi.org/10.1016/j.jad.2017.11.048" TargetMode="External"/><Relationship Id="rId6" Type="http://schemas.openxmlformats.org/officeDocument/2006/relationships/hyperlink" Target="https://doi.org/10.1159/000526946" TargetMode="External"/><Relationship Id="rId7" Type="http://schemas.openxmlformats.org/officeDocument/2006/relationships/hyperlink" Target="https://doi.org/10.1016/j.tine.2021.100160" TargetMode="External"/><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txBox="1"/>
          <p:nvPr/>
        </p:nvSpPr>
        <p:spPr>
          <a:xfrm>
            <a:off x="8061750" y="322025"/>
            <a:ext cx="17186100" cy="800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600" u="none" cap="none" strike="noStrike">
                <a:solidFill>
                  <a:srgbClr val="13294B"/>
                </a:solidFill>
                <a:latin typeface="Times New Roman"/>
                <a:ea typeface="Times New Roman"/>
                <a:cs typeface="Times New Roman"/>
                <a:sym typeface="Times New Roman"/>
              </a:rPr>
              <a:t>Meditation: </a:t>
            </a:r>
            <a:r>
              <a:rPr b="1" i="1" lang="en-US" sz="4600" u="none" cap="none" strike="noStrike">
                <a:solidFill>
                  <a:srgbClr val="13294B"/>
                </a:solidFill>
                <a:latin typeface="Times New Roman"/>
                <a:ea typeface="Times New Roman"/>
                <a:cs typeface="Times New Roman"/>
                <a:sym typeface="Times New Roman"/>
              </a:rPr>
              <a:t>Effects on Student Academic Performance and </a:t>
            </a:r>
            <a:r>
              <a:rPr b="1" i="1" lang="en-US" sz="4600">
                <a:solidFill>
                  <a:srgbClr val="13294B"/>
                </a:solidFill>
                <a:latin typeface="Times New Roman"/>
                <a:ea typeface="Times New Roman"/>
                <a:cs typeface="Times New Roman"/>
                <a:sym typeface="Times New Roman"/>
              </a:rPr>
              <a:t>Behavior</a:t>
            </a:r>
            <a:endParaRPr sz="1200"/>
          </a:p>
        </p:txBody>
      </p:sp>
      <p:sp>
        <p:nvSpPr>
          <p:cNvPr id="90" name="Google Shape;90;p1"/>
          <p:cNvSpPr txBox="1"/>
          <p:nvPr/>
        </p:nvSpPr>
        <p:spPr>
          <a:xfrm>
            <a:off x="8534400" y="1122425"/>
            <a:ext cx="158496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0" i="0" lang="en-US" sz="2667" u="none" cap="none" strike="noStrike">
                <a:solidFill>
                  <a:srgbClr val="13294B"/>
                </a:solidFill>
                <a:latin typeface="Times New Roman"/>
                <a:ea typeface="Times New Roman"/>
                <a:cs typeface="Times New Roman"/>
                <a:sym typeface="Times New Roman"/>
              </a:rPr>
              <a:t>Khatmin Thant</a:t>
            </a:r>
            <a:endParaRPr/>
          </a:p>
          <a:p>
            <a:pPr indent="0" lvl="0" marL="0" marR="0" rtl="0" algn="ctr">
              <a:lnSpc>
                <a:spcPct val="150000"/>
              </a:lnSpc>
              <a:spcBef>
                <a:spcPts val="0"/>
              </a:spcBef>
              <a:spcAft>
                <a:spcPts val="0"/>
              </a:spcAft>
              <a:buNone/>
            </a:pPr>
            <a:r>
              <a:rPr b="0" i="0" lang="en-US" sz="2000" u="none" cap="none" strike="noStrike">
                <a:solidFill>
                  <a:srgbClr val="13294B"/>
                </a:solidFill>
                <a:latin typeface="Times New Roman"/>
                <a:ea typeface="Times New Roman"/>
                <a:cs typeface="Times New Roman"/>
                <a:sym typeface="Times New Roman"/>
              </a:rPr>
              <a:t>School of Education, University of North Carolina at Chapel Hill</a:t>
            </a:r>
            <a:endParaRPr/>
          </a:p>
        </p:txBody>
      </p:sp>
      <p:sp>
        <p:nvSpPr>
          <p:cNvPr id="91" name="Google Shape;91;p1"/>
          <p:cNvSpPr/>
          <p:nvPr/>
        </p:nvSpPr>
        <p:spPr>
          <a:xfrm>
            <a:off x="25051700" y="9530562"/>
            <a:ext cx="7362600" cy="6564300"/>
          </a:xfrm>
          <a:prstGeom prst="rect">
            <a:avLst/>
          </a:prstGeom>
          <a:solidFill>
            <a:schemeClr val="lt1"/>
          </a:solidFill>
          <a:ln cap="flat" cmpd="sng" w="123825">
            <a:solidFill>
              <a:srgbClr val="4B9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57" u="none" cap="none" strike="noStrike">
              <a:solidFill>
                <a:schemeClr val="lt1"/>
              </a:solidFill>
              <a:latin typeface="Calibri"/>
              <a:ea typeface="Calibri"/>
              <a:cs typeface="Calibri"/>
              <a:sym typeface="Calibri"/>
            </a:endParaRPr>
          </a:p>
        </p:txBody>
      </p:sp>
      <p:sp>
        <p:nvSpPr>
          <p:cNvPr id="92" name="Google Shape;92;p1"/>
          <p:cNvSpPr/>
          <p:nvPr/>
        </p:nvSpPr>
        <p:spPr>
          <a:xfrm>
            <a:off x="25051675" y="16418075"/>
            <a:ext cx="7339200" cy="4918200"/>
          </a:xfrm>
          <a:prstGeom prst="rect">
            <a:avLst/>
          </a:prstGeom>
          <a:solidFill>
            <a:schemeClr val="lt1"/>
          </a:solidFill>
          <a:ln cap="flat" cmpd="sng" w="123825">
            <a:solidFill>
              <a:srgbClr val="4B9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57" u="none" cap="none" strike="noStrike">
              <a:solidFill>
                <a:schemeClr val="lt1"/>
              </a:solidFill>
              <a:latin typeface="Calibri"/>
              <a:ea typeface="Calibri"/>
              <a:cs typeface="Calibri"/>
              <a:sym typeface="Calibri"/>
            </a:endParaRPr>
          </a:p>
        </p:txBody>
      </p:sp>
      <p:sp>
        <p:nvSpPr>
          <p:cNvPr id="93" name="Google Shape;93;p1"/>
          <p:cNvSpPr txBox="1"/>
          <p:nvPr/>
        </p:nvSpPr>
        <p:spPr>
          <a:xfrm>
            <a:off x="17001067" y="3708400"/>
            <a:ext cx="6045200" cy="5027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67" u="none" cap="none" strike="noStrike">
                <a:solidFill>
                  <a:srgbClr val="13294B"/>
                </a:solidFill>
                <a:latin typeface="Georgia"/>
                <a:ea typeface="Georgia"/>
                <a:cs typeface="Georgia"/>
                <a:sym typeface="Georgia"/>
              </a:rPr>
              <a:t>Abstract</a:t>
            </a:r>
            <a:endParaRPr/>
          </a:p>
        </p:txBody>
      </p:sp>
      <p:sp>
        <p:nvSpPr>
          <p:cNvPr id="94" name="Google Shape;94;p1"/>
          <p:cNvSpPr txBox="1"/>
          <p:nvPr/>
        </p:nvSpPr>
        <p:spPr>
          <a:xfrm>
            <a:off x="25136415" y="9530541"/>
            <a:ext cx="6641700" cy="59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Discussion</a:t>
            </a:r>
            <a:endParaRPr sz="3200"/>
          </a:p>
        </p:txBody>
      </p:sp>
      <p:sp>
        <p:nvSpPr>
          <p:cNvPr id="95" name="Google Shape;95;p1"/>
          <p:cNvSpPr txBox="1"/>
          <p:nvPr/>
        </p:nvSpPr>
        <p:spPr>
          <a:xfrm>
            <a:off x="25118700" y="11923125"/>
            <a:ext cx="7192800" cy="3638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Limitations:</a:t>
            </a:r>
            <a:endParaRPr b="1" sz="3200">
              <a:solidFill>
                <a:srgbClr val="13294B"/>
              </a:solidFill>
              <a:latin typeface="Times New Roman"/>
              <a:ea typeface="Times New Roman"/>
              <a:cs typeface="Times New Roman"/>
              <a:sym typeface="Times New Roman"/>
            </a:endParaRPr>
          </a:p>
          <a:p>
            <a:pPr indent="-387350" lvl="0" marL="457200" marR="0" rtl="0" algn="l">
              <a:spcBef>
                <a:spcPts val="0"/>
              </a:spcBef>
              <a:spcAft>
                <a:spcPts val="0"/>
              </a:spcAft>
              <a:buClr>
                <a:srgbClr val="13294B"/>
              </a:buClr>
              <a:buSzPts val="2500"/>
              <a:buFont typeface="Times New Roman"/>
              <a:buChar char="●"/>
            </a:pPr>
            <a:r>
              <a:rPr lang="en-US" sz="2500">
                <a:solidFill>
                  <a:srgbClr val="13294B"/>
                </a:solidFill>
                <a:latin typeface="Times New Roman"/>
                <a:ea typeface="Times New Roman"/>
                <a:cs typeface="Times New Roman"/>
                <a:sym typeface="Times New Roman"/>
              </a:rPr>
              <a:t>Time it took</a:t>
            </a:r>
            <a:endParaRPr sz="2500">
              <a:solidFill>
                <a:srgbClr val="13294B"/>
              </a:solidFill>
              <a:latin typeface="Times New Roman"/>
              <a:ea typeface="Times New Roman"/>
              <a:cs typeface="Times New Roman"/>
              <a:sym typeface="Times New Roman"/>
            </a:endParaRPr>
          </a:p>
          <a:p>
            <a:pPr indent="-387350" lvl="0" marL="457200" marR="0" rtl="0" algn="l">
              <a:spcBef>
                <a:spcPts val="0"/>
              </a:spcBef>
              <a:spcAft>
                <a:spcPts val="0"/>
              </a:spcAft>
              <a:buClr>
                <a:srgbClr val="13294B"/>
              </a:buClr>
              <a:buSzPts val="2500"/>
              <a:buFont typeface="Times New Roman"/>
              <a:buChar char="●"/>
            </a:pPr>
            <a:r>
              <a:rPr lang="en-US" sz="2500">
                <a:solidFill>
                  <a:srgbClr val="13294B"/>
                </a:solidFill>
                <a:latin typeface="Times New Roman"/>
                <a:ea typeface="Times New Roman"/>
                <a:cs typeface="Times New Roman"/>
                <a:sym typeface="Times New Roman"/>
              </a:rPr>
              <a:t>Prior knowledge students already had</a:t>
            </a:r>
            <a:endParaRPr sz="2500">
              <a:solidFill>
                <a:srgbClr val="13294B"/>
              </a:solidFill>
              <a:latin typeface="Times New Roman"/>
              <a:ea typeface="Times New Roman"/>
              <a:cs typeface="Times New Roman"/>
              <a:sym typeface="Times New Roman"/>
            </a:endParaRPr>
          </a:p>
          <a:p>
            <a:pPr indent="-387350" lvl="0" marL="457200" marR="0" rtl="0" algn="l">
              <a:spcBef>
                <a:spcPts val="0"/>
              </a:spcBef>
              <a:spcAft>
                <a:spcPts val="0"/>
              </a:spcAft>
              <a:buClr>
                <a:srgbClr val="13294B"/>
              </a:buClr>
              <a:buSzPts val="2500"/>
              <a:buFont typeface="Times New Roman"/>
              <a:buChar char="●"/>
            </a:pPr>
            <a:r>
              <a:rPr lang="en-US" sz="2500">
                <a:solidFill>
                  <a:srgbClr val="13294B"/>
                </a:solidFill>
                <a:latin typeface="Times New Roman"/>
                <a:ea typeface="Times New Roman"/>
                <a:cs typeface="Times New Roman"/>
                <a:sym typeface="Times New Roman"/>
              </a:rPr>
              <a:t>Number of participants limited to one classroom</a:t>
            </a:r>
            <a:endParaRPr sz="2500">
              <a:solidFill>
                <a:srgbClr val="13294B"/>
              </a:solidFill>
              <a:latin typeface="Times New Roman"/>
              <a:ea typeface="Times New Roman"/>
              <a:cs typeface="Times New Roman"/>
              <a:sym typeface="Times New Roman"/>
            </a:endParaRPr>
          </a:p>
          <a:p>
            <a:pPr indent="-387350" lvl="0" marL="457200" marR="0" rtl="0" algn="l">
              <a:spcBef>
                <a:spcPts val="0"/>
              </a:spcBef>
              <a:spcAft>
                <a:spcPts val="0"/>
              </a:spcAft>
              <a:buClr>
                <a:srgbClr val="13294B"/>
              </a:buClr>
              <a:buSzPts val="2500"/>
              <a:buFont typeface="Times New Roman"/>
              <a:buChar char="●"/>
            </a:pPr>
            <a:r>
              <a:rPr lang="en-US" sz="2500">
                <a:solidFill>
                  <a:srgbClr val="13294B"/>
                </a:solidFill>
                <a:latin typeface="Times New Roman"/>
                <a:ea typeface="Times New Roman"/>
                <a:cs typeface="Times New Roman"/>
                <a:sym typeface="Times New Roman"/>
              </a:rPr>
              <a:t>Lack of student scores due to </a:t>
            </a:r>
            <a:r>
              <a:rPr lang="en-US" sz="2500">
                <a:solidFill>
                  <a:srgbClr val="13294B"/>
                </a:solidFill>
                <a:latin typeface="Times New Roman"/>
                <a:ea typeface="Times New Roman"/>
                <a:cs typeface="Times New Roman"/>
                <a:sym typeface="Times New Roman"/>
              </a:rPr>
              <a:t>absences.</a:t>
            </a:r>
            <a:endParaRPr sz="2500">
              <a:solidFill>
                <a:srgbClr val="13294B"/>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Conclusion:</a:t>
            </a:r>
            <a:endParaRPr b="1" sz="3200">
              <a:solidFill>
                <a:srgbClr val="13294B"/>
              </a:solidFill>
              <a:latin typeface="Times New Roman"/>
              <a:ea typeface="Times New Roman"/>
              <a:cs typeface="Times New Roman"/>
              <a:sym typeface="Times New Roman"/>
            </a:endParaRPr>
          </a:p>
          <a:p>
            <a:pPr indent="0" lvl="0" marL="0" marR="0" rtl="0" algn="l">
              <a:spcBef>
                <a:spcPts val="0"/>
              </a:spcBef>
              <a:spcAft>
                <a:spcPts val="0"/>
              </a:spcAft>
              <a:buNone/>
            </a:pPr>
            <a:r>
              <a:rPr lang="en-US" sz="2500">
                <a:solidFill>
                  <a:srgbClr val="13294B"/>
                </a:solidFill>
                <a:latin typeface="Times New Roman"/>
                <a:ea typeface="Times New Roman"/>
                <a:cs typeface="Times New Roman"/>
                <a:sym typeface="Times New Roman"/>
              </a:rPr>
              <a:t>The results of this intervention suggest that implementing meditation into the classroom has the potential to increase academic scores as well as decrease anxiety and stress.</a:t>
            </a:r>
            <a:endParaRPr sz="2500">
              <a:solidFill>
                <a:srgbClr val="13294B"/>
              </a:solidFill>
              <a:latin typeface="Times New Roman"/>
              <a:ea typeface="Times New Roman"/>
              <a:cs typeface="Times New Roman"/>
              <a:sym typeface="Times New Roman"/>
            </a:endParaRPr>
          </a:p>
        </p:txBody>
      </p:sp>
      <p:sp>
        <p:nvSpPr>
          <p:cNvPr id="96" name="Google Shape;96;p1"/>
          <p:cNvSpPr txBox="1"/>
          <p:nvPr/>
        </p:nvSpPr>
        <p:spPr>
          <a:xfrm>
            <a:off x="25051689" y="16430746"/>
            <a:ext cx="6641700" cy="58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References</a:t>
            </a:r>
            <a:endParaRPr sz="3200"/>
          </a:p>
        </p:txBody>
      </p:sp>
      <p:sp>
        <p:nvSpPr>
          <p:cNvPr id="97" name="Google Shape;97;p1"/>
          <p:cNvSpPr txBox="1"/>
          <p:nvPr/>
        </p:nvSpPr>
        <p:spPr>
          <a:xfrm>
            <a:off x="25051689" y="17010949"/>
            <a:ext cx="6641700" cy="4652100"/>
          </a:xfrm>
          <a:prstGeom prst="rect">
            <a:avLst/>
          </a:prstGeom>
          <a:noFill/>
          <a:ln>
            <a:noFill/>
          </a:ln>
        </p:spPr>
        <p:txBody>
          <a:bodyPr anchorCtr="0" anchor="t" bIns="45700" lIns="91425" spcFirstLastPara="1" rIns="91425" wrap="square" tIns="45700">
            <a:noAutofit/>
          </a:bodyPr>
          <a:lstStyle/>
          <a:p>
            <a:pPr indent="-298450" lvl="0" marL="285750" marR="0" rtl="0" algn="l">
              <a:spcBef>
                <a:spcPts val="0"/>
              </a:spcBef>
              <a:spcAft>
                <a:spcPts val="0"/>
              </a:spcAft>
              <a:buClr>
                <a:srgbClr val="000000"/>
              </a:buClr>
              <a:buSzPts val="1700"/>
              <a:buFont typeface="Arial"/>
              <a:buChar char="•"/>
            </a:pPr>
            <a:r>
              <a:rPr b="0" i="0" lang="en-US" sz="1700" u="none" strike="noStrike">
                <a:solidFill>
                  <a:srgbClr val="000000"/>
                </a:solidFill>
                <a:latin typeface="Times New Roman"/>
                <a:ea typeface="Times New Roman"/>
                <a:cs typeface="Times New Roman"/>
                <a:sym typeface="Times New Roman"/>
              </a:rPr>
              <a:t>French, S., Dickerson, A. L., &amp; Mulder, R. A. (2023). a review of the benefits and drawbacks of high-stakes final examinations in higher education. </a:t>
            </a:r>
            <a:r>
              <a:rPr b="0" i="1" lang="en-US" sz="1700" u="none" strike="noStrike">
                <a:solidFill>
                  <a:srgbClr val="000000"/>
                </a:solidFill>
                <a:latin typeface="Times New Roman"/>
                <a:ea typeface="Times New Roman"/>
                <a:cs typeface="Times New Roman"/>
                <a:sym typeface="Times New Roman"/>
              </a:rPr>
              <a:t>Higher Education</a:t>
            </a:r>
            <a:r>
              <a:rPr b="0" i="0" lang="en-US" sz="1700" u="none" strike="noStrike">
                <a:solidFill>
                  <a:srgbClr val="000000"/>
                </a:solidFill>
                <a:latin typeface="Times New Roman"/>
                <a:ea typeface="Times New Roman"/>
                <a:cs typeface="Times New Roman"/>
                <a:sym typeface="Times New Roman"/>
              </a:rPr>
              <a:t>, </a:t>
            </a:r>
            <a:r>
              <a:rPr b="0" i="1" lang="en-US" sz="1700" u="none" strike="noStrike">
                <a:solidFill>
                  <a:srgbClr val="000000"/>
                </a:solidFill>
                <a:latin typeface="Times New Roman"/>
                <a:ea typeface="Times New Roman"/>
                <a:cs typeface="Times New Roman"/>
                <a:sym typeface="Times New Roman"/>
              </a:rPr>
              <a:t>88</a:t>
            </a:r>
            <a:r>
              <a:rPr b="0" i="0" lang="en-US" sz="1700" u="none" strike="noStrike">
                <a:solidFill>
                  <a:srgbClr val="000000"/>
                </a:solidFill>
                <a:latin typeface="Times New Roman"/>
                <a:ea typeface="Times New Roman"/>
                <a:cs typeface="Times New Roman"/>
                <a:sym typeface="Times New Roman"/>
              </a:rPr>
              <a:t>. </a:t>
            </a:r>
            <a:r>
              <a:rPr b="0" i="0" lang="en-US" sz="1700" u="sng" strike="noStrike">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https://doi.org/10.1007/s10734-023-01148-z</a:t>
            </a:r>
            <a:r>
              <a:rPr b="0" i="0" lang="en-US" sz="1700" u="none" strike="noStrike">
                <a:solidFill>
                  <a:srgbClr val="000000"/>
                </a:solidFill>
                <a:latin typeface="Times New Roman"/>
                <a:ea typeface="Times New Roman"/>
                <a:cs typeface="Times New Roman"/>
                <a:sym typeface="Times New Roman"/>
              </a:rPr>
              <a:t> </a:t>
            </a:r>
            <a:endParaRPr b="0" sz="1700">
              <a:solidFill>
                <a:schemeClr val="dk1"/>
              </a:solidFill>
              <a:latin typeface="Calibri"/>
              <a:ea typeface="Calibri"/>
              <a:cs typeface="Calibri"/>
              <a:sym typeface="Calibri"/>
            </a:endParaRPr>
          </a:p>
          <a:p>
            <a:pPr indent="-298450" lvl="0" marL="285750" marR="0" rtl="0" algn="l">
              <a:spcBef>
                <a:spcPts val="0"/>
              </a:spcBef>
              <a:spcAft>
                <a:spcPts val="0"/>
              </a:spcAft>
              <a:buClr>
                <a:srgbClr val="000000"/>
              </a:buClr>
              <a:buSzPts val="1700"/>
              <a:buFont typeface="Arial"/>
              <a:buChar char="•"/>
            </a:pPr>
            <a:r>
              <a:rPr b="0" i="0" lang="en-US" sz="1700" u="none" strike="noStrike">
                <a:solidFill>
                  <a:srgbClr val="000000"/>
                </a:solidFill>
                <a:latin typeface="Times New Roman"/>
                <a:ea typeface="Times New Roman"/>
                <a:cs typeface="Times New Roman"/>
                <a:sym typeface="Times New Roman"/>
              </a:rPr>
              <a:t>von der Embse, N., Jester, D., Roy, D., &amp; Post, J. (2018). test anxiety effects, predictors, and correlates: a 30-year meta-analytic review. </a:t>
            </a:r>
            <a:r>
              <a:rPr b="0" i="1" lang="en-US" sz="1700" u="none" strike="noStrike">
                <a:solidFill>
                  <a:srgbClr val="000000"/>
                </a:solidFill>
                <a:latin typeface="Times New Roman"/>
                <a:ea typeface="Times New Roman"/>
                <a:cs typeface="Times New Roman"/>
                <a:sym typeface="Times New Roman"/>
              </a:rPr>
              <a:t>Journal of Affective Disorders</a:t>
            </a:r>
            <a:r>
              <a:rPr b="0" i="0" lang="en-US" sz="1700" u="none" strike="noStrike">
                <a:solidFill>
                  <a:srgbClr val="000000"/>
                </a:solidFill>
                <a:latin typeface="Times New Roman"/>
                <a:ea typeface="Times New Roman"/>
                <a:cs typeface="Times New Roman"/>
                <a:sym typeface="Times New Roman"/>
              </a:rPr>
              <a:t>, </a:t>
            </a:r>
            <a:r>
              <a:rPr b="0" i="1" lang="en-US" sz="1700" u="none" strike="noStrike">
                <a:solidFill>
                  <a:srgbClr val="000000"/>
                </a:solidFill>
                <a:latin typeface="Times New Roman"/>
                <a:ea typeface="Times New Roman"/>
                <a:cs typeface="Times New Roman"/>
                <a:sym typeface="Times New Roman"/>
              </a:rPr>
              <a:t>227</a:t>
            </a:r>
            <a:r>
              <a:rPr b="0" i="0" lang="en-US" sz="1700" u="none" strike="noStrike">
                <a:solidFill>
                  <a:srgbClr val="000000"/>
                </a:solidFill>
                <a:latin typeface="Times New Roman"/>
                <a:ea typeface="Times New Roman"/>
                <a:cs typeface="Times New Roman"/>
                <a:sym typeface="Times New Roman"/>
              </a:rPr>
              <a:t>(1), 483–493. </a:t>
            </a:r>
            <a:r>
              <a:rPr b="0" i="0" lang="en-US" sz="1700" u="sng" strike="noStrike">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https://doi.org/10.1016/j.jad.2017.11.048</a:t>
            </a:r>
            <a:r>
              <a:rPr b="0" i="0" lang="en-US" sz="1700" u="none" strike="noStrike">
                <a:solidFill>
                  <a:srgbClr val="000000"/>
                </a:solidFill>
                <a:latin typeface="Times New Roman"/>
                <a:ea typeface="Times New Roman"/>
                <a:cs typeface="Times New Roman"/>
                <a:sym typeface="Times New Roman"/>
              </a:rPr>
              <a:t> </a:t>
            </a:r>
            <a:endParaRPr sz="1700"/>
          </a:p>
          <a:p>
            <a:pPr indent="-298450" lvl="0" marL="285750" marR="0" rtl="0" algn="l">
              <a:spcBef>
                <a:spcPts val="0"/>
              </a:spcBef>
              <a:spcAft>
                <a:spcPts val="0"/>
              </a:spcAft>
              <a:buClr>
                <a:srgbClr val="000000"/>
              </a:buClr>
              <a:buSzPts val="1700"/>
              <a:buFont typeface="Arial"/>
              <a:buChar char="•"/>
            </a:pPr>
            <a:r>
              <a:rPr b="0" i="0" lang="en-US" sz="1700" u="none" strike="noStrike">
                <a:solidFill>
                  <a:srgbClr val="000000"/>
                </a:solidFill>
                <a:latin typeface="Times New Roman"/>
                <a:ea typeface="Times New Roman"/>
                <a:cs typeface="Times New Roman"/>
                <a:sym typeface="Times New Roman"/>
              </a:rPr>
              <a:t>Zisopoulou, T., &amp; Varvogli, L. (2022). stress management methods in children and adolescents – past, present, and future. </a:t>
            </a:r>
            <a:r>
              <a:rPr b="0" i="1" lang="en-US" sz="1700" u="none" strike="noStrike">
                <a:solidFill>
                  <a:srgbClr val="000000"/>
                </a:solidFill>
                <a:latin typeface="Times New Roman"/>
                <a:ea typeface="Times New Roman"/>
                <a:cs typeface="Times New Roman"/>
                <a:sym typeface="Times New Roman"/>
              </a:rPr>
              <a:t>Hormone Research in Paediatrics</a:t>
            </a:r>
            <a:r>
              <a:rPr b="0" i="0" lang="en-US" sz="1700" u="none" strike="noStrike">
                <a:solidFill>
                  <a:srgbClr val="000000"/>
                </a:solidFill>
                <a:latin typeface="Times New Roman"/>
                <a:ea typeface="Times New Roman"/>
                <a:cs typeface="Times New Roman"/>
                <a:sym typeface="Times New Roman"/>
              </a:rPr>
              <a:t>, </a:t>
            </a:r>
            <a:r>
              <a:rPr b="0" i="1" lang="en-US" sz="1700" u="none" strike="noStrike">
                <a:solidFill>
                  <a:srgbClr val="000000"/>
                </a:solidFill>
                <a:latin typeface="Times New Roman"/>
                <a:ea typeface="Times New Roman"/>
                <a:cs typeface="Times New Roman"/>
                <a:sym typeface="Times New Roman"/>
              </a:rPr>
              <a:t>96</a:t>
            </a:r>
            <a:r>
              <a:rPr b="0" i="0" lang="en-US" sz="1700" u="none" strike="noStrike">
                <a:solidFill>
                  <a:srgbClr val="000000"/>
                </a:solidFill>
                <a:latin typeface="Times New Roman"/>
                <a:ea typeface="Times New Roman"/>
                <a:cs typeface="Times New Roman"/>
                <a:sym typeface="Times New Roman"/>
              </a:rPr>
              <a:t>(1). </a:t>
            </a:r>
            <a:r>
              <a:rPr b="0" i="0" lang="en-US" sz="1700" u="sng" strike="noStrike">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https://doi.org/10.1159/000526946</a:t>
            </a:r>
            <a:r>
              <a:rPr b="0" i="0" lang="en-US" sz="1700" u="none" strike="noStrike">
                <a:solidFill>
                  <a:srgbClr val="000000"/>
                </a:solidFill>
                <a:latin typeface="Times New Roman"/>
                <a:ea typeface="Times New Roman"/>
                <a:cs typeface="Times New Roman"/>
                <a:sym typeface="Times New Roman"/>
              </a:rPr>
              <a:t> </a:t>
            </a:r>
            <a:endParaRPr sz="1700"/>
          </a:p>
          <a:p>
            <a:pPr indent="-298450" lvl="0" marL="285750" marR="0" rtl="0" algn="l">
              <a:spcBef>
                <a:spcPts val="0"/>
              </a:spcBef>
              <a:spcAft>
                <a:spcPts val="0"/>
              </a:spcAft>
              <a:buClr>
                <a:srgbClr val="000000"/>
              </a:buClr>
              <a:buSzPts val="1700"/>
              <a:buFont typeface="Arial"/>
              <a:buChar char="•"/>
            </a:pPr>
            <a:r>
              <a:rPr b="0" i="0" lang="en-US" sz="1700" u="none" strike="noStrike">
                <a:solidFill>
                  <a:srgbClr val="000000"/>
                </a:solidFill>
                <a:latin typeface="Times New Roman"/>
                <a:ea typeface="Times New Roman"/>
                <a:cs typeface="Times New Roman"/>
                <a:sym typeface="Times New Roman"/>
              </a:rPr>
              <a:t>Müller, C., Otto, B., Sawitzki, V., Kanagalingam, P., Scherer, J.-S., &amp; Lindberg, S. (2021). short breaks at school: effects of a physical activity and a mindfulness intervention on children’s attention, reading comprehension and self-esteem. </a:t>
            </a:r>
            <a:r>
              <a:rPr b="0" i="1" lang="en-US" sz="1700" u="none" strike="noStrike">
                <a:solidFill>
                  <a:srgbClr val="000000"/>
                </a:solidFill>
                <a:latin typeface="Times New Roman"/>
                <a:ea typeface="Times New Roman"/>
                <a:cs typeface="Times New Roman"/>
                <a:sym typeface="Times New Roman"/>
              </a:rPr>
              <a:t>Trends in Neuroscience and Education</a:t>
            </a:r>
            <a:r>
              <a:rPr b="0" i="0" lang="en-US" sz="1700" u="none" strike="noStrike">
                <a:solidFill>
                  <a:srgbClr val="000000"/>
                </a:solidFill>
                <a:latin typeface="Times New Roman"/>
                <a:ea typeface="Times New Roman"/>
                <a:cs typeface="Times New Roman"/>
                <a:sym typeface="Times New Roman"/>
              </a:rPr>
              <a:t>, </a:t>
            </a:r>
            <a:r>
              <a:rPr b="0" i="1" lang="en-US" sz="1700" u="none" strike="noStrike">
                <a:solidFill>
                  <a:srgbClr val="000000"/>
                </a:solidFill>
                <a:latin typeface="Times New Roman"/>
                <a:ea typeface="Times New Roman"/>
                <a:cs typeface="Times New Roman"/>
                <a:sym typeface="Times New Roman"/>
              </a:rPr>
              <a:t>25</a:t>
            </a:r>
            <a:r>
              <a:rPr b="0" i="0" lang="en-US" sz="1700" u="none" strike="noStrike">
                <a:solidFill>
                  <a:srgbClr val="000000"/>
                </a:solidFill>
                <a:latin typeface="Times New Roman"/>
                <a:ea typeface="Times New Roman"/>
                <a:cs typeface="Times New Roman"/>
                <a:sym typeface="Times New Roman"/>
              </a:rPr>
              <a:t>, 100160. </a:t>
            </a:r>
            <a:r>
              <a:rPr b="0" i="0" lang="en-US" sz="1700" u="sng" strike="noStrike">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https://doi.org/10.1016/j.tine.2021.100160</a:t>
            </a:r>
            <a:r>
              <a:rPr b="0" i="0" lang="en-US" sz="1700" u="none" strike="noStrike">
                <a:solidFill>
                  <a:srgbClr val="000000"/>
                </a:solidFill>
                <a:latin typeface="Times New Roman"/>
                <a:ea typeface="Times New Roman"/>
                <a:cs typeface="Times New Roman"/>
                <a:sym typeface="Times New Roman"/>
              </a:rPr>
              <a:t> </a:t>
            </a:r>
            <a:endParaRPr b="0" sz="1700">
              <a:solidFill>
                <a:schemeClr val="dk1"/>
              </a:solidFill>
              <a:latin typeface="Calibri"/>
              <a:ea typeface="Calibri"/>
              <a:cs typeface="Calibri"/>
              <a:sym typeface="Calibri"/>
            </a:endParaRPr>
          </a:p>
          <a:p>
            <a:pPr indent="0" lvl="0" marL="0" marR="0" rtl="0" algn="l">
              <a:spcBef>
                <a:spcPts val="0"/>
              </a:spcBef>
              <a:spcAft>
                <a:spcPts val="0"/>
              </a:spcAft>
              <a:buNone/>
            </a:pPr>
            <a:br>
              <a:rPr lang="en-US" sz="1700">
                <a:solidFill>
                  <a:schemeClr val="dk1"/>
                </a:solidFill>
                <a:latin typeface="Calibri"/>
                <a:ea typeface="Calibri"/>
                <a:cs typeface="Calibri"/>
                <a:sym typeface="Calibri"/>
              </a:rPr>
            </a:br>
            <a:endParaRPr b="0" sz="17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lang="en-US"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br>
              <a:rPr lang="en-US" sz="1800">
                <a:solidFill>
                  <a:schemeClr val="dk1"/>
                </a:solidFill>
                <a:latin typeface="Calibri"/>
                <a:ea typeface="Calibri"/>
                <a:cs typeface="Calibri"/>
                <a:sym typeface="Calibri"/>
              </a:rPr>
            </a:br>
            <a:endParaRPr b="0" i="0" sz="1800" u="sng" strike="noStrike">
              <a:solidFill>
                <a:srgbClr val="1155CC"/>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800"/>
              <a:buFont typeface="Calibri"/>
              <a:buNone/>
            </a:pPr>
            <a:r>
              <a:t/>
            </a:r>
            <a:endParaRPr sz="1800" u="sng">
              <a:solidFill>
                <a:srgbClr val="1155CC"/>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600"/>
              <a:buFont typeface="Calibri"/>
              <a:buNone/>
            </a:pPr>
            <a:br>
              <a:rPr lang="en-US" sz="1600">
                <a:solidFill>
                  <a:schemeClr val="dk1"/>
                </a:solidFill>
                <a:latin typeface="Calibri"/>
                <a:ea typeface="Calibri"/>
                <a:cs typeface="Calibri"/>
                <a:sym typeface="Calibri"/>
              </a:rPr>
            </a:br>
            <a:endParaRPr sz="1600">
              <a:solidFill>
                <a:srgbClr val="13294B"/>
              </a:solidFill>
              <a:latin typeface="Arial"/>
              <a:ea typeface="Arial"/>
              <a:cs typeface="Arial"/>
              <a:sym typeface="Arial"/>
            </a:endParaRPr>
          </a:p>
        </p:txBody>
      </p:sp>
      <p:sp>
        <p:nvSpPr>
          <p:cNvPr id="98" name="Google Shape;98;p1"/>
          <p:cNvSpPr txBox="1"/>
          <p:nvPr/>
        </p:nvSpPr>
        <p:spPr>
          <a:xfrm>
            <a:off x="17001067" y="4356444"/>
            <a:ext cx="6351302" cy="1652230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13294B"/>
                </a:solidFill>
                <a:latin typeface="Helvetica Neue Light"/>
                <a:ea typeface="Helvetica Neue Light"/>
                <a:cs typeface="Helvetica Neue Light"/>
                <a:sym typeface="Helvetica Neue Light"/>
              </a:rPr>
              <a:t> Lorem ipsum dolor sit amet, consectetur adipiscing elit, sed do eiusmod tempor incididunt ut labore et dolore magna aliqua. Eu scelerisque felis imperdiet proin fermentum. Sed odio morbi quis commodo. Massa tempor nec feugiat nisl pretium. Eu facilisis sed odio morbi quis commodo. Duis at tellus at urna condimentum mattis pellentesque id. Tempus imperdiet nulla malesuada pellentesque elit. Cras semper auctor neque vitae tempus. Nunc mi ipsum faucibus vitae aliquet nec ullamcorper sit. Et malesuada fames ac turpis. Aliquet eget sit amet tellus cras. Id ornare arcu odio ut sem. Sit amet est placerat in egestas erat imperdiet. In iaculis nunc sed augue lacus viverra vitae congue. Arcu felis bibendum ut tristique et egestas. Enim sit amet venenatis urna cursus eget nunc scelerisque. Aliquam nulla facilisi cras fermentum odio eu feugiat pretium nibh. Adipiscing vitae proin sagittis nisl rhoncus. Sit amet consectetur adipiscing elit duis tristique </a:t>
            </a:r>
            <a:endParaRPr/>
          </a:p>
          <a:p>
            <a:pPr indent="0" lvl="0" marL="0" marR="0" rtl="0" algn="l">
              <a:spcBef>
                <a:spcPts val="0"/>
              </a:spcBef>
              <a:spcAft>
                <a:spcPts val="0"/>
              </a:spcAft>
              <a:buNone/>
            </a:pPr>
            <a:r>
              <a:t/>
            </a:r>
            <a:endParaRPr sz="1600">
              <a:solidFill>
                <a:srgbClr val="13294B"/>
              </a:solidFill>
              <a:latin typeface="Helvetica Neue Light"/>
              <a:ea typeface="Helvetica Neue Light"/>
              <a:cs typeface="Helvetica Neue Light"/>
              <a:sym typeface="Helvetica Neue Light"/>
            </a:endParaRPr>
          </a:p>
          <a:p>
            <a:pPr indent="0" lvl="0" marL="0" marR="0" rtl="0" algn="l">
              <a:spcBef>
                <a:spcPts val="0"/>
              </a:spcBef>
              <a:spcAft>
                <a:spcPts val="0"/>
              </a:spcAft>
              <a:buNone/>
            </a:pPr>
            <a:r>
              <a:rPr lang="en-US" sz="1600">
                <a:solidFill>
                  <a:srgbClr val="13294B"/>
                </a:solidFill>
                <a:latin typeface="Helvetica Neue Light"/>
                <a:ea typeface="Helvetica Neue Light"/>
                <a:cs typeface="Helvetica Neue Light"/>
                <a:sym typeface="Helvetica Neue Light"/>
              </a:rPr>
              <a:t> Lorem ipsum dolor sit amet, consectetur adipiscing elit, sed do eiusmod tempor incididunt ut labore et dolore magna aliqua. Eu scelerisque felis imperdiet proin fermentum. Sed odio morbi quis commodo. Massa tempor nec feugiat nisl pretium. Eu facilisis sed odio morbi quis commodo. Duis at tellus at urna condimentum mattis pellentesque id. Tempus imperdiet nulla malesuada pellentesque elit. Cras semper auctor neque vitae tempus. Nunc mi ipsum faucibus vitae aliquet nec ullamcorper sit. Et malesuada fames ac turpis. Aliquet eget sit amet tellus cras. Id ornare arcu odio ut sem. Sit amet est placerat in egestas erat imperdiet. In iaculis nunc sed augue lacus viverra vitae congue. Arcu felis bibendum ut tristique et egestas. Enim sit amet venenatis urna cursus eget nunc scelerisque. Aliquam nulla facilisi cras fermentum odio eu feugiat pretium nibh. Adipiscing vitae proin sagittis nisl rhoncus. Sit amet consectetur adipiscing elit duis tristique </a:t>
            </a:r>
            <a:endParaRPr/>
          </a:p>
          <a:p>
            <a:pPr indent="0" lvl="0" marL="0" marR="0" rtl="0" algn="l">
              <a:spcBef>
                <a:spcPts val="0"/>
              </a:spcBef>
              <a:spcAft>
                <a:spcPts val="0"/>
              </a:spcAft>
              <a:buNone/>
            </a:pPr>
            <a:r>
              <a:t/>
            </a:r>
            <a:endParaRPr sz="1600">
              <a:solidFill>
                <a:srgbClr val="13294B"/>
              </a:solidFill>
              <a:latin typeface="Helvetica Neue Light"/>
              <a:ea typeface="Helvetica Neue Light"/>
              <a:cs typeface="Helvetica Neue Light"/>
              <a:sym typeface="Helvetica Neue Light"/>
            </a:endParaRPr>
          </a:p>
          <a:p>
            <a:pPr indent="0" lvl="0" marL="0" marR="0" rtl="0" algn="l">
              <a:spcBef>
                <a:spcPts val="0"/>
              </a:spcBef>
              <a:spcAft>
                <a:spcPts val="0"/>
              </a:spcAft>
              <a:buNone/>
            </a:pPr>
            <a:r>
              <a:rPr lang="en-US" sz="1600">
                <a:solidFill>
                  <a:srgbClr val="13294B"/>
                </a:solidFill>
                <a:latin typeface="Helvetica Neue Light"/>
                <a:ea typeface="Helvetica Neue Light"/>
                <a:cs typeface="Helvetica Neue Light"/>
                <a:sym typeface="Helvetica Neue Light"/>
              </a:rPr>
              <a:t> Lorem ipsum dolor sit amet, consectetur adipiscing elit, sed do eiusmod tempor incididunt ut labore et dolore magna aliqua. Eu scelerisque felis imperdiet proin fermentum. Sed odio morbi quis commodo. Massa tempor nec feugiat nisl pretium. Eu facilisis sed odio morbi quis commodo. Duis at tellus at urna condimentum mattis pellentesque id. Tempus imperdiet nulla malesuada pellentesque elit. Cras semper auctor neque vitae tempus. Nunc mi ipsum faucibus vitae aliquet nec ullamcorper sit. Et malesuada fames ac turpis. Aliquet eget sit amet tellus cras. Id ornare arcu odio ut sem. Sit amet est placerat in egestas erat imperdiet. In iaculis nunc sed augue lacus viverra vitae congue. Arcu felis bibendum ut tristique et egestas. Enim sit amet venenatis urna cursus eget nunc scelerisque. Aliquam nulla facilisi cras fermentum odio eu feugiat pretium nibh. Adipiscing vitae proin sagittis nisl rhoncus. Sit amet consectetur adipiscing elit duis tristique </a:t>
            </a:r>
            <a:endParaRPr/>
          </a:p>
          <a:p>
            <a:pPr indent="0" lvl="0" marL="0" marR="0" rtl="0" algn="l">
              <a:spcBef>
                <a:spcPts val="0"/>
              </a:spcBef>
              <a:spcAft>
                <a:spcPts val="0"/>
              </a:spcAft>
              <a:buNone/>
            </a:pPr>
            <a:r>
              <a:t/>
            </a:r>
            <a:endParaRPr sz="1600">
              <a:solidFill>
                <a:srgbClr val="13294B"/>
              </a:solidFill>
              <a:latin typeface="Helvetica Neue Light"/>
              <a:ea typeface="Helvetica Neue Light"/>
              <a:cs typeface="Helvetica Neue Light"/>
              <a:sym typeface="Helvetica Neue Light"/>
            </a:endParaRPr>
          </a:p>
          <a:p>
            <a:pPr indent="0" lvl="0" marL="0" marR="0" rtl="0" algn="l">
              <a:spcBef>
                <a:spcPts val="0"/>
              </a:spcBef>
              <a:spcAft>
                <a:spcPts val="0"/>
              </a:spcAft>
              <a:buNone/>
            </a:pPr>
            <a:r>
              <a:rPr lang="en-US" sz="1600">
                <a:solidFill>
                  <a:srgbClr val="13294B"/>
                </a:solidFill>
                <a:latin typeface="Helvetica Neue Light"/>
                <a:ea typeface="Helvetica Neue Light"/>
                <a:cs typeface="Helvetica Neue Light"/>
                <a:sym typeface="Helvetica Neue Light"/>
              </a:rPr>
              <a:t> Lorem ipsum dolor sit amet, consectetur adipiscing elit, sed do eiusmod tempor incididunt ut labore et dolore magna aliqua. Eu scelerisque felis imperdiet proin fermentum. Sed odio morbi quis commodo. Massa tempor nec feugiat nisl pretium. Eu facilisis sed odio morbi quis commodo. Duis at tellus at urna condimentum mattis pellentesque id. Tempus imperdiet nulla malesuada pellentesque elit. Cras semper auctor neque vitae tempus. Nunc mi ipsum faucibus vitae aliquet nec ullamcorper sit. Et malesuada fames ac turpis. Aliquet eget sit amet tellus cras. Id ornare arcu odio ut sem. Sit amet est placerat in egestas erat imperdiet. In iaculis nunc sed augue lacus viverra vitae congue. Arcu felis bibendum ut tristique et egestas. Enim sit amet venenatis urna cursus eget nunc scelerisque. Aliquam nulla facilisi cras fermentum odio eu feugiat pretium nibh. Adipiscing vitae proin sagittis nisl rhoncus. Sit amet consectetur adipiscing elit duis tristique </a:t>
            </a:r>
            <a:endParaRPr/>
          </a:p>
        </p:txBody>
      </p:sp>
      <p:sp>
        <p:nvSpPr>
          <p:cNvPr id="99" name="Google Shape;99;p1"/>
          <p:cNvSpPr/>
          <p:nvPr/>
        </p:nvSpPr>
        <p:spPr>
          <a:xfrm>
            <a:off x="699250" y="3358600"/>
            <a:ext cx="7362600" cy="9095700"/>
          </a:xfrm>
          <a:prstGeom prst="rect">
            <a:avLst/>
          </a:prstGeom>
          <a:solidFill>
            <a:schemeClr val="lt1"/>
          </a:solidFill>
          <a:ln cap="flat" cmpd="sng" w="123825">
            <a:solidFill>
              <a:srgbClr val="4B9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57">
              <a:solidFill>
                <a:schemeClr val="lt1"/>
              </a:solidFill>
              <a:latin typeface="Calibri"/>
              <a:ea typeface="Calibri"/>
              <a:cs typeface="Calibri"/>
              <a:sym typeface="Calibri"/>
            </a:endParaRPr>
          </a:p>
        </p:txBody>
      </p:sp>
      <p:sp>
        <p:nvSpPr>
          <p:cNvPr id="100" name="Google Shape;100;p1"/>
          <p:cNvSpPr/>
          <p:nvPr/>
        </p:nvSpPr>
        <p:spPr>
          <a:xfrm>
            <a:off x="16928243" y="3358592"/>
            <a:ext cx="7362501" cy="17977407"/>
          </a:xfrm>
          <a:prstGeom prst="rect">
            <a:avLst/>
          </a:prstGeom>
          <a:solidFill>
            <a:schemeClr val="lt1"/>
          </a:solidFill>
          <a:ln cap="flat" cmpd="sng" w="123825">
            <a:solidFill>
              <a:srgbClr val="4B9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57">
              <a:solidFill>
                <a:schemeClr val="lt1"/>
              </a:solidFill>
              <a:latin typeface="Calibri"/>
              <a:ea typeface="Calibri"/>
              <a:cs typeface="Calibri"/>
              <a:sym typeface="Calibri"/>
            </a:endParaRPr>
          </a:p>
        </p:txBody>
      </p:sp>
      <p:sp>
        <p:nvSpPr>
          <p:cNvPr id="101" name="Google Shape;101;p1"/>
          <p:cNvSpPr/>
          <p:nvPr/>
        </p:nvSpPr>
        <p:spPr>
          <a:xfrm>
            <a:off x="8804806" y="3358594"/>
            <a:ext cx="7362501" cy="18009015"/>
          </a:xfrm>
          <a:prstGeom prst="rect">
            <a:avLst/>
          </a:prstGeom>
          <a:solidFill>
            <a:schemeClr val="lt1"/>
          </a:solidFill>
          <a:ln cap="flat" cmpd="sng" w="123825">
            <a:solidFill>
              <a:srgbClr val="4B9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57">
              <a:solidFill>
                <a:schemeClr val="lt1"/>
              </a:solidFill>
              <a:latin typeface="Calibri"/>
              <a:ea typeface="Calibri"/>
              <a:cs typeface="Calibri"/>
              <a:sym typeface="Calibri"/>
            </a:endParaRPr>
          </a:p>
        </p:txBody>
      </p:sp>
      <p:sp>
        <p:nvSpPr>
          <p:cNvPr id="102" name="Google Shape;102;p1"/>
          <p:cNvSpPr/>
          <p:nvPr/>
        </p:nvSpPr>
        <p:spPr>
          <a:xfrm>
            <a:off x="25033800" y="3358600"/>
            <a:ext cx="7362600" cy="5791200"/>
          </a:xfrm>
          <a:prstGeom prst="rect">
            <a:avLst/>
          </a:prstGeom>
          <a:solidFill>
            <a:schemeClr val="lt1"/>
          </a:solidFill>
          <a:ln cap="flat" cmpd="sng" w="123825">
            <a:solidFill>
              <a:srgbClr val="4B9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57">
              <a:solidFill>
                <a:schemeClr val="lt1"/>
              </a:solidFill>
              <a:latin typeface="Calibri"/>
              <a:ea typeface="Calibri"/>
              <a:cs typeface="Calibri"/>
              <a:sym typeface="Calibri"/>
            </a:endParaRPr>
          </a:p>
        </p:txBody>
      </p:sp>
      <p:sp>
        <p:nvSpPr>
          <p:cNvPr id="103" name="Google Shape;103;p1"/>
          <p:cNvSpPr txBox="1"/>
          <p:nvPr/>
        </p:nvSpPr>
        <p:spPr>
          <a:xfrm>
            <a:off x="25412041" y="3358608"/>
            <a:ext cx="6641700" cy="48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latin typeface="Times New Roman"/>
                <a:ea typeface="Times New Roman"/>
                <a:cs typeface="Times New Roman"/>
                <a:sym typeface="Times New Roman"/>
              </a:rPr>
              <a:t>Results cont.</a:t>
            </a:r>
            <a:endParaRPr b="1" sz="3200">
              <a:latin typeface="Times New Roman"/>
              <a:ea typeface="Times New Roman"/>
              <a:cs typeface="Times New Roman"/>
              <a:sym typeface="Times New Roman"/>
            </a:endParaRPr>
          </a:p>
        </p:txBody>
      </p:sp>
      <p:sp>
        <p:nvSpPr>
          <p:cNvPr id="104" name="Google Shape;104;p1"/>
          <p:cNvSpPr txBox="1"/>
          <p:nvPr/>
        </p:nvSpPr>
        <p:spPr>
          <a:xfrm>
            <a:off x="25448500" y="3873233"/>
            <a:ext cx="6641700" cy="1034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300">
                <a:solidFill>
                  <a:schemeClr val="dk1"/>
                </a:solidFill>
                <a:latin typeface="Times New Roman"/>
                <a:ea typeface="Times New Roman"/>
                <a:cs typeface="Times New Roman"/>
                <a:sym typeface="Times New Roman"/>
              </a:rPr>
              <a:t>The post-survey from the teacher </a:t>
            </a:r>
            <a:r>
              <a:rPr b="1" lang="en-US" sz="2300">
                <a:solidFill>
                  <a:schemeClr val="dk1"/>
                </a:solidFill>
                <a:latin typeface="Times New Roman"/>
                <a:ea typeface="Times New Roman"/>
                <a:cs typeface="Times New Roman"/>
                <a:sym typeface="Times New Roman"/>
              </a:rPr>
              <a:t>confirmed </a:t>
            </a:r>
            <a:r>
              <a:rPr lang="en-US" sz="2300">
                <a:solidFill>
                  <a:schemeClr val="dk1"/>
                </a:solidFill>
                <a:latin typeface="Times New Roman"/>
                <a:ea typeface="Times New Roman"/>
                <a:cs typeface="Times New Roman"/>
                <a:sym typeface="Times New Roman"/>
              </a:rPr>
              <a:t>the success of this intervention and the post-survey from students show that they </a:t>
            </a:r>
            <a:r>
              <a:rPr b="1" lang="en-US" sz="2300">
                <a:solidFill>
                  <a:schemeClr val="dk1"/>
                </a:solidFill>
                <a:latin typeface="Times New Roman"/>
                <a:ea typeface="Times New Roman"/>
                <a:cs typeface="Times New Roman"/>
                <a:sym typeface="Times New Roman"/>
              </a:rPr>
              <a:t>enjoyed it</a:t>
            </a:r>
            <a:r>
              <a:rPr lang="en-US" sz="2300">
                <a:solidFill>
                  <a:schemeClr val="dk1"/>
                </a:solidFill>
                <a:latin typeface="Times New Roman"/>
                <a:ea typeface="Times New Roman"/>
                <a:cs typeface="Times New Roman"/>
                <a:sym typeface="Times New Roman"/>
              </a:rPr>
              <a:t> or were </a:t>
            </a:r>
            <a:r>
              <a:rPr b="1" lang="en-US" sz="2300">
                <a:solidFill>
                  <a:schemeClr val="dk1"/>
                </a:solidFill>
                <a:latin typeface="Times New Roman"/>
                <a:ea typeface="Times New Roman"/>
                <a:cs typeface="Times New Roman"/>
                <a:sym typeface="Times New Roman"/>
              </a:rPr>
              <a:t>indifferent</a:t>
            </a:r>
            <a:endParaRPr b="1" sz="23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700">
              <a:solidFill>
                <a:srgbClr val="13294B"/>
              </a:solidFill>
            </a:endParaRPr>
          </a:p>
        </p:txBody>
      </p:sp>
      <p:sp>
        <p:nvSpPr>
          <p:cNvPr id="105" name="Google Shape;105;p1"/>
          <p:cNvSpPr txBox="1"/>
          <p:nvPr/>
        </p:nvSpPr>
        <p:spPr>
          <a:xfrm>
            <a:off x="17288600" y="3596991"/>
            <a:ext cx="6641700" cy="83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Resource</a:t>
            </a:r>
            <a:endParaRPr sz="3200"/>
          </a:p>
          <a:p>
            <a:pPr indent="0" lvl="0" marL="0" marR="0" rtl="0" algn="l">
              <a:spcBef>
                <a:spcPts val="0"/>
              </a:spcBef>
              <a:spcAft>
                <a:spcPts val="0"/>
              </a:spcAft>
              <a:buNone/>
            </a:pPr>
            <a:r>
              <a:t/>
            </a:r>
            <a:endParaRPr b="1" sz="2667">
              <a:solidFill>
                <a:srgbClr val="13294B"/>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667">
              <a:solidFill>
                <a:srgbClr val="13294B"/>
              </a:solidFill>
              <a:latin typeface="Times New Roman"/>
              <a:ea typeface="Times New Roman"/>
              <a:cs typeface="Times New Roman"/>
              <a:sym typeface="Times New Roman"/>
            </a:endParaRPr>
          </a:p>
        </p:txBody>
      </p:sp>
      <p:sp>
        <p:nvSpPr>
          <p:cNvPr id="106" name="Google Shape;106;p1"/>
          <p:cNvSpPr txBox="1"/>
          <p:nvPr/>
        </p:nvSpPr>
        <p:spPr>
          <a:xfrm>
            <a:off x="9128788" y="3466823"/>
            <a:ext cx="6641700" cy="59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Methods</a:t>
            </a:r>
            <a:endParaRPr/>
          </a:p>
        </p:txBody>
      </p:sp>
      <p:sp>
        <p:nvSpPr>
          <p:cNvPr id="107" name="Google Shape;107;p1"/>
          <p:cNvSpPr txBox="1"/>
          <p:nvPr/>
        </p:nvSpPr>
        <p:spPr>
          <a:xfrm>
            <a:off x="9174200" y="4058425"/>
            <a:ext cx="6641700" cy="13494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500">
                <a:solidFill>
                  <a:srgbClr val="13294B"/>
                </a:solidFill>
                <a:latin typeface="Times New Roman"/>
                <a:ea typeface="Times New Roman"/>
                <a:cs typeface="Times New Roman"/>
                <a:sym typeface="Times New Roman"/>
              </a:rPr>
              <a:t>Using previous literature and research, an intervention was created and put in place for students to participate in. </a:t>
            </a:r>
            <a:endParaRPr sz="2100">
              <a:solidFill>
                <a:srgbClr val="13294B"/>
              </a:solidFill>
              <a:latin typeface="Arial"/>
              <a:ea typeface="Arial"/>
              <a:cs typeface="Arial"/>
              <a:sym typeface="Arial"/>
            </a:endParaRPr>
          </a:p>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Participants</a:t>
            </a:r>
            <a:endParaRPr sz="3200"/>
          </a:p>
          <a:p>
            <a:pPr indent="-330200"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“Traditional” third grade classroom at CES, chosen through internship placement</a:t>
            </a:r>
            <a:endParaRPr sz="2100"/>
          </a:p>
          <a:p>
            <a:pPr indent="-330200"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Consists of a total of 36 students</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15 girls</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21 boys</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32 White students</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2 Black students</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2 Asian students</a:t>
            </a:r>
            <a:endParaRPr sz="2100"/>
          </a:p>
          <a:p>
            <a:pPr indent="-330200" lvl="1" marL="7429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Some</a:t>
            </a:r>
            <a:r>
              <a:rPr b="0" i="0" lang="en-US" sz="2500" u="none" cap="none" strike="noStrike">
                <a:solidFill>
                  <a:srgbClr val="13294B"/>
                </a:solidFill>
                <a:latin typeface="Times New Roman"/>
                <a:ea typeface="Times New Roman"/>
                <a:cs typeface="Times New Roman"/>
                <a:sym typeface="Times New Roman"/>
              </a:rPr>
              <a:t> students under “Exceptional Children” (EC)</a:t>
            </a:r>
            <a:endParaRPr b="0" i="0" sz="2500" u="none" cap="none" strike="noStrike">
              <a:solidFill>
                <a:srgbClr val="13294B"/>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2600">
              <a:solidFill>
                <a:srgbClr val="13294B"/>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Procedures</a:t>
            </a:r>
            <a:endParaRPr sz="3200"/>
          </a:p>
          <a:p>
            <a:pPr indent="-330200" lvl="1" marL="7429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S</a:t>
            </a:r>
            <a:r>
              <a:rPr b="0" i="0" lang="en-US" sz="2500" u="none" cap="none" strike="noStrike">
                <a:solidFill>
                  <a:srgbClr val="13294B"/>
                </a:solidFill>
                <a:latin typeface="Times New Roman"/>
                <a:ea typeface="Times New Roman"/>
                <a:cs typeface="Times New Roman"/>
                <a:sym typeface="Times New Roman"/>
              </a:rPr>
              <a:t>urvey form via Google Forms was sent </a:t>
            </a:r>
            <a:r>
              <a:rPr lang="en-US" sz="2500">
                <a:solidFill>
                  <a:srgbClr val="13294B"/>
                </a:solidFill>
                <a:latin typeface="Times New Roman"/>
                <a:ea typeface="Times New Roman"/>
                <a:cs typeface="Times New Roman"/>
                <a:sym typeface="Times New Roman"/>
              </a:rPr>
              <a:t>to </a:t>
            </a:r>
            <a:r>
              <a:rPr b="0" i="0" lang="en-US" sz="2500" u="none" cap="none" strike="noStrike">
                <a:solidFill>
                  <a:srgbClr val="13294B"/>
                </a:solidFill>
                <a:latin typeface="Times New Roman"/>
                <a:ea typeface="Times New Roman"/>
                <a:cs typeface="Times New Roman"/>
                <a:sym typeface="Times New Roman"/>
              </a:rPr>
              <a:t>the</a:t>
            </a:r>
            <a:r>
              <a:rPr lang="en-US" sz="2500">
                <a:solidFill>
                  <a:srgbClr val="13294B"/>
                </a:solidFill>
                <a:latin typeface="Times New Roman"/>
                <a:ea typeface="Times New Roman"/>
                <a:cs typeface="Times New Roman"/>
                <a:sym typeface="Times New Roman"/>
              </a:rPr>
              <a:t> </a:t>
            </a:r>
            <a:r>
              <a:rPr b="0" i="0" lang="en-US" sz="2500" u="none" cap="none" strike="noStrike">
                <a:solidFill>
                  <a:srgbClr val="13294B"/>
                </a:solidFill>
                <a:latin typeface="Times New Roman"/>
                <a:ea typeface="Times New Roman"/>
                <a:cs typeface="Times New Roman"/>
                <a:sym typeface="Times New Roman"/>
              </a:rPr>
              <a:t>teacher, a</a:t>
            </a:r>
            <a:r>
              <a:rPr lang="en-US" sz="2500">
                <a:solidFill>
                  <a:srgbClr val="13294B"/>
                </a:solidFill>
                <a:latin typeface="Times New Roman"/>
                <a:ea typeface="Times New Roman"/>
                <a:cs typeface="Times New Roman"/>
                <a:sym typeface="Times New Roman"/>
              </a:rPr>
              <a:t>ddressing </a:t>
            </a:r>
            <a:r>
              <a:rPr b="0" i="0" lang="en-US" sz="2500" u="none" cap="none" strike="noStrike">
                <a:solidFill>
                  <a:srgbClr val="13294B"/>
                </a:solidFill>
                <a:latin typeface="Times New Roman"/>
                <a:ea typeface="Times New Roman"/>
                <a:cs typeface="Times New Roman"/>
                <a:sym typeface="Times New Roman"/>
              </a:rPr>
              <a:t>any concerns or expectations from the results of this study</a:t>
            </a:r>
            <a:endParaRPr sz="2100"/>
          </a:p>
          <a:p>
            <a:pPr indent="-298450" lvl="1" marL="742950" marR="0" rtl="0" algn="l">
              <a:spcBef>
                <a:spcPts val="0"/>
              </a:spcBef>
              <a:spcAft>
                <a:spcPts val="0"/>
              </a:spcAft>
              <a:buClr>
                <a:srgbClr val="13294B"/>
              </a:buClr>
              <a:buSzPts val="2000"/>
              <a:buFont typeface="Arial"/>
              <a:buChar char="•"/>
            </a:pPr>
            <a:r>
              <a:rPr lang="en-US" sz="2500">
                <a:solidFill>
                  <a:srgbClr val="13294B"/>
                </a:solidFill>
                <a:latin typeface="Times New Roman"/>
                <a:ea typeface="Times New Roman"/>
                <a:cs typeface="Times New Roman"/>
                <a:sym typeface="Times New Roman"/>
              </a:rPr>
              <a:t>I</a:t>
            </a:r>
            <a:r>
              <a:rPr b="0" i="0" lang="en-US" sz="2500" u="none" cap="none" strike="noStrike">
                <a:solidFill>
                  <a:srgbClr val="13294B"/>
                </a:solidFill>
                <a:latin typeface="Times New Roman"/>
                <a:ea typeface="Times New Roman"/>
                <a:cs typeface="Times New Roman"/>
                <a:sym typeface="Times New Roman"/>
              </a:rPr>
              <a:t>ntervention </a:t>
            </a:r>
            <a:r>
              <a:rPr lang="en-US" sz="2500">
                <a:solidFill>
                  <a:srgbClr val="13294B"/>
                </a:solidFill>
                <a:latin typeface="Times New Roman"/>
                <a:ea typeface="Times New Roman"/>
                <a:cs typeface="Times New Roman"/>
                <a:sym typeface="Times New Roman"/>
              </a:rPr>
              <a:t>began </a:t>
            </a:r>
            <a:r>
              <a:rPr b="0" i="0" lang="en-US" sz="2500" u="none" cap="none" strike="noStrike">
                <a:solidFill>
                  <a:srgbClr val="13294B"/>
                </a:solidFill>
                <a:latin typeface="Times New Roman"/>
                <a:ea typeface="Times New Roman"/>
                <a:cs typeface="Times New Roman"/>
                <a:sym typeface="Times New Roman"/>
              </a:rPr>
              <a:t>with </a:t>
            </a:r>
            <a:r>
              <a:rPr lang="en-US" sz="2100"/>
              <a:t>s</a:t>
            </a:r>
            <a:r>
              <a:rPr b="0" i="0" lang="en-US" sz="2500" u="none" cap="none" strike="noStrike">
                <a:solidFill>
                  <a:srgbClr val="13294B"/>
                </a:solidFill>
                <a:latin typeface="Times New Roman"/>
                <a:ea typeface="Times New Roman"/>
                <a:cs typeface="Times New Roman"/>
                <a:sym typeface="Times New Roman"/>
              </a:rPr>
              <a:t>tudents </a:t>
            </a:r>
            <a:r>
              <a:rPr lang="en-US" sz="2500">
                <a:solidFill>
                  <a:srgbClr val="13294B"/>
                </a:solidFill>
                <a:latin typeface="Times New Roman"/>
                <a:ea typeface="Times New Roman"/>
                <a:cs typeface="Times New Roman"/>
                <a:sym typeface="Times New Roman"/>
              </a:rPr>
              <a:t>watching </a:t>
            </a:r>
            <a:r>
              <a:rPr b="0" i="0" lang="en-US" sz="2500" u="none" cap="none" strike="noStrike">
                <a:solidFill>
                  <a:srgbClr val="13294B"/>
                </a:solidFill>
                <a:latin typeface="Times New Roman"/>
                <a:ea typeface="Times New Roman"/>
                <a:cs typeface="Times New Roman"/>
                <a:sym typeface="Times New Roman"/>
              </a:rPr>
              <a:t>meditation videos </a:t>
            </a:r>
            <a:r>
              <a:rPr lang="en-US" sz="2500">
                <a:solidFill>
                  <a:srgbClr val="13294B"/>
                </a:solidFill>
                <a:latin typeface="Times New Roman"/>
                <a:ea typeface="Times New Roman"/>
                <a:cs typeface="Times New Roman"/>
                <a:sym typeface="Times New Roman"/>
              </a:rPr>
              <a:t>from</a:t>
            </a:r>
            <a:r>
              <a:rPr b="0" i="0" lang="en-US" sz="2500" u="none" cap="none" strike="noStrike">
                <a:solidFill>
                  <a:srgbClr val="13294B"/>
                </a:solidFill>
                <a:latin typeface="Times New Roman"/>
                <a:ea typeface="Times New Roman"/>
                <a:cs typeface="Times New Roman"/>
                <a:sym typeface="Times New Roman"/>
              </a:rPr>
              <a:t> YouTube</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After intervention, students received assessment based on last year’s</a:t>
            </a:r>
            <a:r>
              <a:rPr lang="en-US" sz="2500">
                <a:solidFill>
                  <a:srgbClr val="13294B"/>
                </a:solidFill>
                <a:latin typeface="Times New Roman"/>
                <a:ea typeface="Times New Roman"/>
                <a:cs typeface="Times New Roman"/>
                <a:sym typeface="Times New Roman"/>
              </a:rPr>
              <a:t> </a:t>
            </a:r>
            <a:r>
              <a:rPr b="0" i="0" lang="en-US" sz="2500" u="none" cap="none" strike="noStrike">
                <a:solidFill>
                  <a:srgbClr val="13294B"/>
                </a:solidFill>
                <a:latin typeface="Times New Roman"/>
                <a:ea typeface="Times New Roman"/>
                <a:cs typeface="Times New Roman"/>
                <a:sym typeface="Times New Roman"/>
              </a:rPr>
              <a:t>reading check-in to compare to practice reading assessment</a:t>
            </a:r>
            <a:endParaRPr sz="2500">
              <a:solidFill>
                <a:srgbClr val="13294B"/>
              </a:solidFill>
              <a:latin typeface="Times New Roman"/>
              <a:ea typeface="Times New Roman"/>
              <a:cs typeface="Times New Roman"/>
              <a:sym typeface="Times New Roman"/>
            </a:endParaRPr>
          </a:p>
          <a:p>
            <a:pPr indent="-330200" lvl="1" marL="7429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S</a:t>
            </a:r>
            <a:r>
              <a:rPr b="0" i="0" lang="en-US" sz="2500" u="none" cap="none" strike="noStrike">
                <a:solidFill>
                  <a:srgbClr val="13294B"/>
                </a:solidFill>
                <a:latin typeface="Times New Roman"/>
                <a:ea typeface="Times New Roman"/>
                <a:cs typeface="Times New Roman"/>
                <a:sym typeface="Times New Roman"/>
              </a:rPr>
              <a:t>tudents and teacher received a post-intervention Google Survey and a resource</a:t>
            </a:r>
            <a:r>
              <a:rPr lang="en-US" sz="2500">
                <a:solidFill>
                  <a:srgbClr val="13294B"/>
                </a:solidFill>
                <a:latin typeface="Times New Roman"/>
                <a:ea typeface="Times New Roman"/>
                <a:cs typeface="Times New Roman"/>
                <a:sym typeface="Times New Roman"/>
              </a:rPr>
              <a:t> </a:t>
            </a:r>
            <a:r>
              <a:rPr b="0" i="0" lang="en-US" sz="2500" u="none" cap="none" strike="noStrike">
                <a:solidFill>
                  <a:srgbClr val="13294B"/>
                </a:solidFill>
                <a:latin typeface="Times New Roman"/>
                <a:ea typeface="Times New Roman"/>
                <a:cs typeface="Times New Roman"/>
                <a:sym typeface="Times New Roman"/>
              </a:rPr>
              <a:t>made</a:t>
            </a:r>
            <a:endParaRPr b="0" i="0" sz="2500" u="none" cap="none" strike="noStrike">
              <a:solidFill>
                <a:srgbClr val="13294B"/>
              </a:solidFill>
              <a:latin typeface="Times New Roman"/>
              <a:ea typeface="Times New Roman"/>
              <a:cs typeface="Times New Roman"/>
              <a:sym typeface="Times New Roman"/>
            </a:endParaRPr>
          </a:p>
          <a:p>
            <a:pPr indent="0" lvl="0" marL="457200" marR="0" rtl="0" algn="l">
              <a:spcBef>
                <a:spcPts val="0"/>
              </a:spcBef>
              <a:spcAft>
                <a:spcPts val="0"/>
              </a:spcAft>
              <a:buNone/>
            </a:pPr>
            <a:r>
              <a:t/>
            </a:r>
            <a:endParaRPr sz="2500">
              <a:solidFill>
                <a:srgbClr val="13294B"/>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Evaluation</a:t>
            </a:r>
            <a:endParaRPr sz="32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Post-survey</a:t>
            </a:r>
            <a:r>
              <a:rPr lang="en-US" sz="2500">
                <a:solidFill>
                  <a:srgbClr val="13294B"/>
                </a:solidFill>
                <a:latin typeface="Times New Roman"/>
                <a:ea typeface="Times New Roman"/>
                <a:cs typeface="Times New Roman"/>
                <a:sym typeface="Times New Roman"/>
              </a:rPr>
              <a:t> </a:t>
            </a:r>
            <a:r>
              <a:rPr b="0" i="0" lang="en-US" sz="2500" u="none" cap="none" strike="noStrike">
                <a:solidFill>
                  <a:srgbClr val="13294B"/>
                </a:solidFill>
                <a:latin typeface="Times New Roman"/>
                <a:ea typeface="Times New Roman"/>
                <a:cs typeface="Times New Roman"/>
                <a:sym typeface="Times New Roman"/>
              </a:rPr>
              <a:t>distributed to the teacher via Google Surveys</a:t>
            </a:r>
            <a:endParaRPr sz="2100"/>
          </a:p>
          <a:p>
            <a:pPr indent="-330200" lvl="2" marL="12001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Includes a </a:t>
            </a:r>
            <a:r>
              <a:rPr lang="en-US" sz="2500">
                <a:solidFill>
                  <a:srgbClr val="13294B"/>
                </a:solidFill>
                <a:latin typeface="Times New Roman"/>
                <a:ea typeface="Times New Roman"/>
                <a:cs typeface="Times New Roman"/>
                <a:sym typeface="Times New Roman"/>
              </a:rPr>
              <a:t>Likert</a:t>
            </a:r>
            <a:r>
              <a:rPr b="0" i="0" lang="en-US" sz="2500" u="none" cap="none" strike="noStrike">
                <a:solidFill>
                  <a:srgbClr val="13294B"/>
                </a:solidFill>
                <a:latin typeface="Times New Roman"/>
                <a:ea typeface="Times New Roman"/>
                <a:cs typeface="Times New Roman"/>
                <a:sym typeface="Times New Roman"/>
              </a:rPr>
              <a:t> scale for confidence (based on 1-5 with 1 being least confident and 5 being most) and open-ended questions to gauge any results not measured before</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Students received a post-survey via Google Surveys on </a:t>
            </a:r>
            <a:r>
              <a:rPr lang="en-US" sz="2500">
                <a:solidFill>
                  <a:srgbClr val="13294B"/>
                </a:solidFill>
                <a:latin typeface="Times New Roman"/>
                <a:ea typeface="Times New Roman"/>
                <a:cs typeface="Times New Roman"/>
                <a:sym typeface="Times New Roman"/>
              </a:rPr>
              <a:t>student opinions on intervention</a:t>
            </a:r>
            <a:endParaRPr sz="2100"/>
          </a:p>
          <a:p>
            <a:pPr indent="-330200" lvl="1" marL="742950" marR="0" rtl="0" algn="l">
              <a:spcBef>
                <a:spcPts val="0"/>
              </a:spcBef>
              <a:spcAft>
                <a:spcPts val="0"/>
              </a:spcAft>
              <a:buClr>
                <a:srgbClr val="13294B"/>
              </a:buClr>
              <a:buSzPts val="2500"/>
              <a:buFont typeface="Arial"/>
              <a:buChar char="•"/>
            </a:pPr>
            <a:r>
              <a:rPr b="0" i="0" lang="en-US" sz="2500" u="none" cap="none" strike="noStrike">
                <a:solidFill>
                  <a:srgbClr val="13294B"/>
                </a:solidFill>
                <a:latin typeface="Times New Roman"/>
                <a:ea typeface="Times New Roman"/>
                <a:cs typeface="Times New Roman"/>
                <a:sym typeface="Times New Roman"/>
              </a:rPr>
              <a:t>Feedback </a:t>
            </a:r>
            <a:r>
              <a:rPr lang="en-US" sz="2500">
                <a:solidFill>
                  <a:srgbClr val="13294B"/>
                </a:solidFill>
                <a:latin typeface="Times New Roman"/>
                <a:ea typeface="Times New Roman"/>
                <a:cs typeface="Times New Roman"/>
                <a:sym typeface="Times New Roman"/>
              </a:rPr>
              <a:t>from</a:t>
            </a:r>
            <a:r>
              <a:rPr b="0" i="0" lang="en-US" sz="2500" u="none" cap="none" strike="noStrike">
                <a:solidFill>
                  <a:srgbClr val="13294B"/>
                </a:solidFill>
                <a:latin typeface="Times New Roman"/>
                <a:ea typeface="Times New Roman"/>
                <a:cs typeface="Times New Roman"/>
                <a:sym typeface="Times New Roman"/>
              </a:rPr>
              <a:t> survey</a:t>
            </a:r>
            <a:r>
              <a:rPr lang="en-US" sz="2500">
                <a:solidFill>
                  <a:srgbClr val="13294B"/>
                </a:solidFill>
                <a:latin typeface="Times New Roman"/>
                <a:ea typeface="Times New Roman"/>
                <a:cs typeface="Times New Roman"/>
                <a:sym typeface="Times New Roman"/>
              </a:rPr>
              <a:t> </a:t>
            </a:r>
            <a:r>
              <a:rPr b="0" i="0" lang="en-US" sz="2500" u="none" cap="none" strike="noStrike">
                <a:solidFill>
                  <a:srgbClr val="13294B"/>
                </a:solidFill>
                <a:latin typeface="Times New Roman"/>
                <a:ea typeface="Times New Roman"/>
                <a:cs typeface="Times New Roman"/>
                <a:sym typeface="Times New Roman"/>
              </a:rPr>
              <a:t>used to adjust resource and intervention methods</a:t>
            </a:r>
            <a:endParaRPr sz="2100"/>
          </a:p>
          <a:p>
            <a:pPr indent="-330200" lvl="1" marL="7429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Data collected on test scores and behavior were used to create figures</a:t>
            </a:r>
            <a:endParaRPr sz="2100"/>
          </a:p>
        </p:txBody>
      </p:sp>
      <p:sp>
        <p:nvSpPr>
          <p:cNvPr id="108" name="Google Shape;108;p1"/>
          <p:cNvSpPr/>
          <p:nvPr/>
        </p:nvSpPr>
        <p:spPr>
          <a:xfrm>
            <a:off x="699250" y="13039425"/>
            <a:ext cx="7362600" cy="8296500"/>
          </a:xfrm>
          <a:prstGeom prst="rect">
            <a:avLst/>
          </a:prstGeom>
          <a:solidFill>
            <a:schemeClr val="lt1"/>
          </a:solidFill>
          <a:ln cap="flat" cmpd="sng" w="123825">
            <a:solidFill>
              <a:srgbClr val="4B9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57">
              <a:solidFill>
                <a:schemeClr val="lt1"/>
              </a:solidFill>
              <a:latin typeface="Calibri"/>
              <a:ea typeface="Calibri"/>
              <a:cs typeface="Calibri"/>
              <a:sym typeface="Calibri"/>
            </a:endParaRPr>
          </a:p>
        </p:txBody>
      </p:sp>
      <p:sp>
        <p:nvSpPr>
          <p:cNvPr id="109" name="Google Shape;109;p1"/>
          <p:cNvSpPr txBox="1"/>
          <p:nvPr/>
        </p:nvSpPr>
        <p:spPr>
          <a:xfrm>
            <a:off x="1041735" y="13322878"/>
            <a:ext cx="6641700" cy="2078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Literature</a:t>
            </a:r>
            <a:endParaRPr b="1" sz="2667">
              <a:solidFill>
                <a:srgbClr val="13294B"/>
              </a:solidFill>
              <a:latin typeface="Times New Roman"/>
              <a:ea typeface="Times New Roman"/>
              <a:cs typeface="Times New Roman"/>
              <a:sym typeface="Times New Roman"/>
            </a:endParaRPr>
          </a:p>
        </p:txBody>
      </p:sp>
      <p:sp>
        <p:nvSpPr>
          <p:cNvPr id="110" name="Google Shape;110;p1"/>
          <p:cNvSpPr txBox="1"/>
          <p:nvPr/>
        </p:nvSpPr>
        <p:spPr>
          <a:xfrm>
            <a:off x="1008575" y="14177724"/>
            <a:ext cx="6641700" cy="7385400"/>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13294B"/>
              </a:buClr>
              <a:buSzPts val="1600"/>
              <a:buFont typeface="Arial"/>
              <a:buChar char="•"/>
            </a:pPr>
            <a:r>
              <a:rPr lang="en-US" sz="1900">
                <a:solidFill>
                  <a:srgbClr val="13294B"/>
                </a:solidFill>
                <a:latin typeface="Arial"/>
                <a:ea typeface="Arial"/>
                <a:cs typeface="Arial"/>
                <a:sym typeface="Arial"/>
              </a:rPr>
              <a:t> </a:t>
            </a:r>
            <a:r>
              <a:rPr lang="en-US" sz="2500">
                <a:solidFill>
                  <a:srgbClr val="13294B"/>
                </a:solidFill>
                <a:latin typeface="Times New Roman"/>
                <a:ea typeface="Times New Roman"/>
                <a:cs typeface="Times New Roman"/>
                <a:sym typeface="Times New Roman"/>
              </a:rPr>
              <a:t>Not many of the perceived academic benefits of high-stakes testing has strong evidence to back it up entirely (French et al., 2023)</a:t>
            </a:r>
            <a:endParaRPr sz="2500"/>
          </a:p>
          <a:p>
            <a:pPr indent="-288925"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Test anxiety was “significantly and negatively related to a wide range of educational performance” which include assessments such as standardized tests, university exams, and GPA (Embse et al., 2018)</a:t>
            </a:r>
            <a:endParaRPr sz="2500"/>
          </a:p>
          <a:p>
            <a:pPr indent="-288925"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Stress management techniques used by children and adolescents are helpful in reducing anxiety, stress, and depressive symptoms, leading to more improved social skills and academic achievement (Zisopoulou and Varvogli, 2023)</a:t>
            </a:r>
            <a:endParaRPr sz="2500"/>
          </a:p>
          <a:p>
            <a:pPr indent="-288925"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Classroom-based short physical and mindfulness breaks could support attention and reading comprehension, which are known to support overall academic success (Muller et al., 2021)</a:t>
            </a:r>
            <a:endParaRPr sz="2500"/>
          </a:p>
          <a:p>
            <a:pPr indent="-184150" lvl="0" marL="285750" marR="0" rtl="0" algn="l">
              <a:spcBef>
                <a:spcPts val="0"/>
              </a:spcBef>
              <a:spcAft>
                <a:spcPts val="0"/>
              </a:spcAft>
              <a:buClr>
                <a:schemeClr val="dk1"/>
              </a:buClr>
              <a:buSzPts val="1600"/>
              <a:buFont typeface="Arial"/>
              <a:buNone/>
            </a:pPr>
            <a:r>
              <a:t/>
            </a:r>
            <a:endParaRPr sz="2500">
              <a:solidFill>
                <a:srgbClr val="13294B"/>
              </a:solidFill>
              <a:latin typeface="Arial"/>
              <a:ea typeface="Arial"/>
              <a:cs typeface="Arial"/>
              <a:sym typeface="Arial"/>
            </a:endParaRPr>
          </a:p>
        </p:txBody>
      </p:sp>
      <p:sp>
        <p:nvSpPr>
          <p:cNvPr id="111" name="Google Shape;111;p1"/>
          <p:cNvSpPr txBox="1"/>
          <p:nvPr/>
        </p:nvSpPr>
        <p:spPr>
          <a:xfrm>
            <a:off x="917095" y="3466821"/>
            <a:ext cx="6641700" cy="2078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Introduction</a:t>
            </a:r>
            <a:endParaRPr/>
          </a:p>
        </p:txBody>
      </p:sp>
      <p:sp>
        <p:nvSpPr>
          <p:cNvPr id="112" name="Google Shape;112;p1"/>
          <p:cNvSpPr txBox="1"/>
          <p:nvPr/>
        </p:nvSpPr>
        <p:spPr>
          <a:xfrm>
            <a:off x="917100" y="5046900"/>
            <a:ext cx="6641700" cy="5330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Carrboro Elementary School</a:t>
            </a:r>
            <a:endParaRPr sz="3200"/>
          </a:p>
          <a:p>
            <a:pPr indent="-317500"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This project aimed to help regulate and manage students’ testing anxiety and other stress-related behaviors due to frequent amount of testing at Carrboro Elementary School in a “traditional” third grade classroom</a:t>
            </a:r>
            <a:endParaRPr sz="2200">
              <a:solidFill>
                <a:srgbClr val="13294B"/>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3200">
                <a:solidFill>
                  <a:srgbClr val="13294B"/>
                </a:solidFill>
                <a:latin typeface="Times New Roman"/>
                <a:ea typeface="Times New Roman"/>
                <a:cs typeface="Times New Roman"/>
                <a:sym typeface="Times New Roman"/>
              </a:rPr>
              <a:t>Problem &amp; Proposed Solution:</a:t>
            </a:r>
            <a:endParaRPr sz="3200"/>
          </a:p>
          <a:p>
            <a:pPr indent="-317500"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CHCCS district starts mandatory state testing at third grade</a:t>
            </a:r>
            <a:endParaRPr sz="2500"/>
          </a:p>
          <a:p>
            <a:pPr indent="-317500"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R</a:t>
            </a:r>
            <a:r>
              <a:rPr lang="en-US" sz="2500">
                <a:solidFill>
                  <a:srgbClr val="13294B"/>
                </a:solidFill>
                <a:latin typeface="Times New Roman"/>
                <a:ea typeface="Times New Roman"/>
                <a:cs typeface="Times New Roman"/>
                <a:sym typeface="Times New Roman"/>
              </a:rPr>
              <a:t>esulted in student and teacher burnout, with student test scores being abysmal due to the frequency</a:t>
            </a:r>
            <a:endParaRPr sz="2500"/>
          </a:p>
          <a:p>
            <a:pPr indent="-317500"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Out of 180 school days, CES have tested around 118 times </a:t>
            </a:r>
            <a:endParaRPr sz="2500"/>
          </a:p>
          <a:p>
            <a:pPr indent="-317500" lvl="0" marL="285750" marR="0" rtl="0" algn="l">
              <a:spcBef>
                <a:spcPts val="0"/>
              </a:spcBef>
              <a:spcAft>
                <a:spcPts val="0"/>
              </a:spcAft>
              <a:buClr>
                <a:srgbClr val="13294B"/>
              </a:buClr>
              <a:buSzPts val="2500"/>
              <a:buFont typeface="Arial"/>
              <a:buChar char="•"/>
            </a:pPr>
            <a:r>
              <a:rPr lang="en-US" sz="2500">
                <a:solidFill>
                  <a:srgbClr val="13294B"/>
                </a:solidFill>
                <a:latin typeface="Times New Roman"/>
                <a:ea typeface="Times New Roman"/>
                <a:cs typeface="Times New Roman"/>
                <a:sym typeface="Times New Roman"/>
              </a:rPr>
              <a:t>This project addressed the frequent high-stakes testing students have and served to calm them down during testing or feelings of being stressed or anxious through meditation </a:t>
            </a:r>
            <a:endParaRPr sz="2500">
              <a:solidFill>
                <a:srgbClr val="13294B"/>
              </a:solidFill>
              <a:latin typeface="Times New Roman"/>
              <a:ea typeface="Times New Roman"/>
              <a:cs typeface="Times New Roman"/>
              <a:sym typeface="Times New Roman"/>
            </a:endParaRPr>
          </a:p>
        </p:txBody>
      </p:sp>
      <p:sp>
        <p:nvSpPr>
          <p:cNvPr id="113" name="Google Shape;113;p1"/>
          <p:cNvSpPr txBox="1"/>
          <p:nvPr/>
        </p:nvSpPr>
        <p:spPr>
          <a:xfrm>
            <a:off x="17340500" y="4058425"/>
            <a:ext cx="61233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2500">
                <a:solidFill>
                  <a:schemeClr val="dk1"/>
                </a:solidFill>
                <a:latin typeface="Times New Roman"/>
                <a:ea typeface="Times New Roman"/>
                <a:cs typeface="Times New Roman"/>
                <a:sym typeface="Times New Roman"/>
              </a:rPr>
              <a:t>Below is the resource that I created after the intervention. It includes QR codes that leads to a meditation playlist on Youtube and to a website describing everything about meditation for parents.</a:t>
            </a:r>
            <a:endParaRPr i="1" sz="2500">
              <a:solidFill>
                <a:schemeClr val="dk1"/>
              </a:solidFill>
              <a:latin typeface="Times New Roman"/>
              <a:ea typeface="Times New Roman"/>
              <a:cs typeface="Times New Roman"/>
              <a:sym typeface="Times New Roman"/>
            </a:endParaRPr>
          </a:p>
        </p:txBody>
      </p:sp>
      <p:pic>
        <p:nvPicPr>
          <p:cNvPr id="114" name="Google Shape;114;p1"/>
          <p:cNvPicPr preferRelativeResize="0"/>
          <p:nvPr/>
        </p:nvPicPr>
        <p:blipFill>
          <a:blip r:embed="rId8">
            <a:alphaModFix/>
          </a:blip>
          <a:stretch>
            <a:fillRect/>
          </a:stretch>
        </p:blipFill>
        <p:spPr>
          <a:xfrm>
            <a:off x="18445811" y="6167125"/>
            <a:ext cx="4412114" cy="4918100"/>
          </a:xfrm>
          <a:prstGeom prst="rect">
            <a:avLst/>
          </a:prstGeom>
          <a:noFill/>
          <a:ln>
            <a:noFill/>
          </a:ln>
        </p:spPr>
      </p:pic>
      <p:sp>
        <p:nvSpPr>
          <p:cNvPr id="115" name="Google Shape;115;p1"/>
          <p:cNvSpPr txBox="1"/>
          <p:nvPr/>
        </p:nvSpPr>
        <p:spPr>
          <a:xfrm>
            <a:off x="16980288" y="10908525"/>
            <a:ext cx="6861600" cy="829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dk1"/>
                </a:solidFill>
                <a:latin typeface="Times New Roman"/>
                <a:ea typeface="Times New Roman"/>
                <a:cs typeface="Times New Roman"/>
                <a:sym typeface="Times New Roman"/>
              </a:rPr>
              <a:t>Results</a:t>
            </a:r>
            <a:endParaRPr b="1" sz="3200">
              <a:solidFill>
                <a:schemeClr val="dk1"/>
              </a:solidFill>
              <a:latin typeface="Times New Roman"/>
              <a:ea typeface="Times New Roman"/>
              <a:cs typeface="Times New Roman"/>
              <a:sym typeface="Times New Roman"/>
            </a:endParaRPr>
          </a:p>
          <a:p>
            <a:pPr indent="-387350" lvl="0" marL="457200" rtl="0" algn="l">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Mean reading test scores </a:t>
            </a:r>
            <a:r>
              <a:rPr b="1" lang="en-US" sz="2500">
                <a:solidFill>
                  <a:schemeClr val="dk1"/>
                </a:solidFill>
                <a:latin typeface="Times New Roman"/>
                <a:ea typeface="Times New Roman"/>
                <a:cs typeface="Times New Roman"/>
                <a:sym typeface="Times New Roman"/>
              </a:rPr>
              <a:t>increased </a:t>
            </a:r>
            <a:r>
              <a:rPr lang="en-US" sz="2500">
                <a:solidFill>
                  <a:schemeClr val="dk1"/>
                </a:solidFill>
                <a:latin typeface="Times New Roman"/>
                <a:ea typeface="Times New Roman"/>
                <a:cs typeface="Times New Roman"/>
                <a:sym typeface="Times New Roman"/>
              </a:rPr>
              <a:t>in the intervention assessment as compared to the 2nd quarter reading NC check-in</a:t>
            </a:r>
            <a:endParaRPr sz="2500">
              <a:solidFill>
                <a:schemeClr val="dk1"/>
              </a:solidFill>
              <a:latin typeface="Times New Roman"/>
              <a:ea typeface="Times New Roman"/>
              <a:cs typeface="Times New Roman"/>
              <a:sym typeface="Times New Roman"/>
            </a:endParaRPr>
          </a:p>
          <a:p>
            <a:pPr indent="-387350" lvl="0" marL="457200" rtl="0" algn="l">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Scores went from </a:t>
            </a:r>
            <a:r>
              <a:rPr b="1" lang="en-US" sz="2500">
                <a:solidFill>
                  <a:schemeClr val="dk1"/>
                </a:solidFill>
                <a:latin typeface="Times New Roman"/>
                <a:ea typeface="Times New Roman"/>
                <a:cs typeface="Times New Roman"/>
                <a:sym typeface="Times New Roman"/>
              </a:rPr>
              <a:t>62.21%</a:t>
            </a:r>
            <a:r>
              <a:rPr lang="en-US" sz="2500">
                <a:solidFill>
                  <a:schemeClr val="dk1"/>
                </a:solidFill>
                <a:latin typeface="Times New Roman"/>
                <a:ea typeface="Times New Roman"/>
                <a:cs typeface="Times New Roman"/>
                <a:sym typeface="Times New Roman"/>
              </a:rPr>
              <a:t> mean test score for the NC check-in to </a:t>
            </a:r>
            <a:r>
              <a:rPr b="1" lang="en-US" sz="2500">
                <a:solidFill>
                  <a:schemeClr val="dk1"/>
                </a:solidFill>
                <a:latin typeface="Times New Roman"/>
                <a:ea typeface="Times New Roman"/>
                <a:cs typeface="Times New Roman"/>
                <a:sym typeface="Times New Roman"/>
              </a:rPr>
              <a:t>76%</a:t>
            </a:r>
            <a:r>
              <a:rPr lang="en-US" sz="2500">
                <a:solidFill>
                  <a:schemeClr val="dk1"/>
                </a:solidFill>
                <a:latin typeface="Times New Roman"/>
                <a:ea typeface="Times New Roman"/>
                <a:cs typeface="Times New Roman"/>
                <a:sym typeface="Times New Roman"/>
              </a:rPr>
              <a:t> post intervention</a:t>
            </a:r>
            <a:endParaRPr sz="2500">
              <a:solidFill>
                <a:schemeClr val="dk1"/>
              </a:solidFill>
              <a:latin typeface="Times New Roman"/>
              <a:ea typeface="Times New Roman"/>
              <a:cs typeface="Times New Roman"/>
              <a:sym typeface="Times New Roman"/>
            </a:endParaRPr>
          </a:p>
          <a:p>
            <a:pPr indent="-387350" lvl="0" marL="457200" rtl="0" algn="l">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On an individual basis, multiple students increased their test scores, with some increasing an </a:t>
            </a:r>
            <a:r>
              <a:rPr b="1" lang="en-US" sz="2500">
                <a:solidFill>
                  <a:schemeClr val="dk1"/>
                </a:solidFill>
                <a:latin typeface="Times New Roman"/>
                <a:ea typeface="Times New Roman"/>
                <a:cs typeface="Times New Roman"/>
                <a:sym typeface="Times New Roman"/>
              </a:rPr>
              <a:t>upwards of 45%</a:t>
            </a:r>
            <a:endParaRPr b="1" sz="2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i="1" lang="en-US" sz="2500">
                <a:solidFill>
                  <a:schemeClr val="dk1"/>
                </a:solidFill>
                <a:latin typeface="Times New Roman"/>
                <a:ea typeface="Times New Roman"/>
                <a:cs typeface="Times New Roman"/>
                <a:sym typeface="Times New Roman"/>
              </a:rPr>
              <a:t>Below are the test scores and the differences in percentages for students that had over a 10% difference, either higher or lower</a:t>
            </a:r>
            <a:endParaRPr i="1" sz="25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pic>
        <p:nvPicPr>
          <p:cNvPr id="116" name="Google Shape;116;p1" title="299752184_106213365538226_5109141498528959752_n.png"/>
          <p:cNvPicPr preferRelativeResize="0"/>
          <p:nvPr/>
        </p:nvPicPr>
        <p:blipFill rotWithShape="1">
          <a:blip r:embed="rId9">
            <a:alphaModFix/>
          </a:blip>
          <a:srcRect b="37929" l="9126" r="13203" t="11450"/>
          <a:stretch/>
        </p:blipFill>
        <p:spPr>
          <a:xfrm>
            <a:off x="3486100" y="3495150"/>
            <a:ext cx="4412124" cy="1551750"/>
          </a:xfrm>
          <a:prstGeom prst="rect">
            <a:avLst/>
          </a:prstGeom>
          <a:noFill/>
          <a:ln>
            <a:noFill/>
          </a:ln>
        </p:spPr>
      </p:pic>
      <p:pic>
        <p:nvPicPr>
          <p:cNvPr id="117" name="Google Shape;117;p1" title="Post-survey Question (1).png"/>
          <p:cNvPicPr preferRelativeResize="0"/>
          <p:nvPr/>
        </p:nvPicPr>
        <p:blipFill rotWithShape="1">
          <a:blip r:embed="rId10">
            <a:alphaModFix/>
          </a:blip>
          <a:srcRect b="51203" l="0" r="0" t="6943"/>
          <a:stretch/>
        </p:blipFill>
        <p:spPr>
          <a:xfrm>
            <a:off x="25136425" y="4937450"/>
            <a:ext cx="7192950" cy="4118525"/>
          </a:xfrm>
          <a:prstGeom prst="rect">
            <a:avLst/>
          </a:prstGeom>
          <a:noFill/>
          <a:ln>
            <a:noFill/>
          </a:ln>
        </p:spPr>
      </p:pic>
      <p:pic>
        <p:nvPicPr>
          <p:cNvPr id="118" name="Google Shape;118;p1" title="Screenshot 2025-04-21 102819.png"/>
          <p:cNvPicPr preferRelativeResize="0"/>
          <p:nvPr/>
        </p:nvPicPr>
        <p:blipFill>
          <a:blip r:embed="rId11">
            <a:alphaModFix/>
          </a:blip>
          <a:stretch>
            <a:fillRect/>
          </a:stretch>
        </p:blipFill>
        <p:spPr>
          <a:xfrm>
            <a:off x="17001075" y="15675825"/>
            <a:ext cx="7192800" cy="5549300"/>
          </a:xfrm>
          <a:prstGeom prst="rect">
            <a:avLst/>
          </a:prstGeom>
          <a:noFill/>
          <a:ln>
            <a:noFill/>
          </a:ln>
        </p:spPr>
      </p:pic>
      <p:sp>
        <p:nvSpPr>
          <p:cNvPr id="119" name="Google Shape;119;p1"/>
          <p:cNvSpPr txBox="1"/>
          <p:nvPr/>
        </p:nvSpPr>
        <p:spPr>
          <a:xfrm>
            <a:off x="25136425" y="9871313"/>
            <a:ext cx="7081500" cy="230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Times New Roman"/>
                <a:ea typeface="Times New Roman"/>
                <a:cs typeface="Times New Roman"/>
                <a:sym typeface="Times New Roman"/>
              </a:rPr>
              <a:t>Results show that this intervention will be an effective tool for teachers to use with their students. The intervention was rated highly by the teacher and most students given limitations. Future use would require consideration for dual language schools where English isn’t the main household language.</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2019-09-03T14:26:10Z</dcterms:created>
  <dc:creator>Ellis, Morgan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0x0101000B3765E9CD4452489DEA61BB3DB948E2</vt:lpwstr>
  </property>
  <property fmtid="{D5CDD505-2E9C-101B-9397-08002B2CF9AE}" pid="3" name="Order">
    <vt:r8>1.03274E7</vt:r8>
  </property>
</Properties>
</file>